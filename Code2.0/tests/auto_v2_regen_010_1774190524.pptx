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7" orient="horz" pos="3317" userDrawn="1">
          <p15:clr>
            <a:srgbClr val="A4A3A4"/>
          </p15:clr>
        </p15:guide>
        <p15:guide id="8" orient="horz" pos="3022" userDrawn="1">
          <p15:clr>
            <a:srgbClr val="A4A3A4"/>
          </p15:clr>
        </p15:guide>
        <p15:guide id="9" orient="horz" pos="2682" userDrawn="1">
          <p15:clr>
            <a:srgbClr val="A4A3A4"/>
          </p15:clr>
        </p15:guide>
        <p15:guide id="10" pos="4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D8A"/>
    <a:srgbClr val="1B78A1"/>
    <a:srgbClr val="1B32A1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752" y="84"/>
      </p:cViewPr>
      <p:guideLst>
        <p:guide orient="horz" pos="1865"/>
        <p:guide pos="3840"/>
        <p:guide orient="horz" pos="3317"/>
        <p:guide orient="horz" pos="3022"/>
        <p:guide orient="horz" pos="2682"/>
        <p:guide pos="48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0949D-9537-43AA-A05C-230B6172C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1F009C-26A0-4ED6-82E4-F8CB536DF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89405-48E4-4E5C-B470-144E752D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78008-52A7-47EE-B8AB-1DF9B20E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8C39D-5B43-4406-AA71-35BAE67E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2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CF8D16F-6129-4185-A4C5-E0FDA78C2CAA}"/>
              </a:ext>
            </a:extLst>
          </p:cNvPr>
          <p:cNvSpPr/>
          <p:nvPr userDrawn="1"/>
        </p:nvSpPr>
        <p:spPr>
          <a:xfrm>
            <a:off x="-2" y="5871200"/>
            <a:ext cx="12192001" cy="1013028"/>
          </a:xfrm>
          <a:custGeom>
            <a:avLst/>
            <a:gdLst>
              <a:gd name="connsiteX0" fmla="*/ 12171000 w 12171000"/>
              <a:gd name="connsiteY0" fmla="*/ 1013029 h 1013028"/>
              <a:gd name="connsiteX1" fmla="*/ 12171000 w 12171000"/>
              <a:gd name="connsiteY1" fmla="*/ 121065 h 1013028"/>
              <a:gd name="connsiteX2" fmla="*/ 0 w 12171000"/>
              <a:gd name="connsiteY2" fmla="*/ 0 h 1013028"/>
              <a:gd name="connsiteX3" fmla="*/ 0 w 12171000"/>
              <a:gd name="connsiteY3" fmla="*/ 1013029 h 1013028"/>
              <a:gd name="connsiteX4" fmla="*/ 12171000 w 12171000"/>
              <a:gd name="connsiteY4" fmla="*/ 1013029 h 101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1000" h="1013028">
                <a:moveTo>
                  <a:pt x="12171000" y="1013029"/>
                </a:moveTo>
                <a:lnTo>
                  <a:pt x="12171000" y="121065"/>
                </a:lnTo>
                <a:cubicBezTo>
                  <a:pt x="12171000" y="121065"/>
                  <a:pt x="4892539" y="1787234"/>
                  <a:pt x="0" y="0"/>
                </a:cubicBezTo>
                <a:lnTo>
                  <a:pt x="0" y="1013029"/>
                </a:lnTo>
                <a:lnTo>
                  <a:pt x="12171000" y="1013029"/>
                </a:lnTo>
                <a:close/>
              </a:path>
            </a:pathLst>
          </a:custGeom>
          <a:solidFill>
            <a:srgbClr val="1E4D8A"/>
          </a:solidFill>
          <a:ln w="1013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68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CC14D-8812-4048-ACC9-C469E24F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DC84B-56CB-4CEB-AF2A-F1750E4ED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24AEB-1086-4147-B723-D6C66570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6977A-6DDB-4FC3-9A62-9F69D82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7635D-2054-489E-ABE2-A2FE93C6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0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7D09A-ED8D-4A86-8953-195D5957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8E79F-B53E-470B-8A4B-CC9147AAD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D577D0-F64E-4781-83D4-2CC10D8B7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43F550-BBE3-4729-9267-E9B1EAD6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947E3E-7B3A-4041-BC3B-65078492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06EB75-0D1C-4061-BB24-A7E5769C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71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8594B-DA39-4899-AFC9-9352C939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B4F0A4-0C3B-407C-8D4F-7B960BE77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8BBBA1-C289-4A09-8C72-33E8420CD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A2D0B1-465E-4A31-9319-6A5CBE2F5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0F3C7F-1AF1-4973-9DF8-3D62D6E6F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8E0A7C-61AE-4B50-A06A-ED86C5CC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92C814-CA7C-4457-BFCC-9C6CE228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02FEE3-837F-4F64-BEA5-5D341BC8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0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BB6E7-61EB-4A96-9F10-B6D0BFA9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A4A3DC-F35E-4E4B-BB98-316AE049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D8097A-4611-42B2-91EE-89ABBDE7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4D2E55-660A-4D84-911C-B626E4C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9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D0901D-A936-4EC0-9D25-2FF2A31E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2FA60E-9E38-4CC1-9562-28A8DA38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742049-4388-48F4-BBB2-6AE1AA4A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98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1279F-5395-4384-93C3-73DC468F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17DE09-8A83-46D9-B179-23CC0889F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0F5FB3-3395-4605-8152-A29B2AB30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1BBFD0-F429-4531-8923-F2636E3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90C22C-A32C-4671-B9B6-144E1231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4B2986-ECE2-46EC-9C37-A729B93C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37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0E83F-CAA8-4EA7-A188-F1A2E36D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659846-7AF6-4A8C-867D-251A7A264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FD01D7-1012-4F5A-94C1-32A57424D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5603B-502B-46D1-A97E-EE5B9A1A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B02BA-53D5-42AF-AADA-A1C61690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EF23AA-545F-4796-95D6-8C8A828B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73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789D0-FB76-43AF-8370-606689B5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2B7937-4E26-461E-B02E-AD1DF830C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35F8CB-3E3D-4FE9-863A-E484BFBB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2CC97-485D-4A7F-81DD-0779C9F2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9E7E0-A7C9-442D-9DF0-6A12F03A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892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072E20-4701-43E1-8422-B8751A8A5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3CD811-816D-4628-9CE2-BA022654D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569BED-57A6-4CE1-B80D-74CB06C7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0F42E9-8EAF-458D-AB45-35F4572A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F8BE8-6D24-4744-997D-648B3373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408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CFC506-526C-4EBE-9FF0-243BB0E24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68700A-5583-4521-9C35-01E013617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4A964-AAB3-4715-AAFC-44B295A23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24098-33CD-4C75-B6D1-7D596BF58E6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7AE88-2A14-4499-93F3-4707BF124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011E5A-C1DB-4D3B-A6B9-3AC913B14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04F97-376F-4542-9120-51385790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53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文本框 21">
            <a:extLst>
              <a:ext uri="{FF2B5EF4-FFF2-40B4-BE49-F238E27FC236}">
                <a16:creationId xmlns:a16="http://schemas.microsoft.com/office/drawing/2014/main" id="{78993617-D2D4-463A-BFDB-F67E665AC3C2}"/>
              </a:ext>
            </a:extLst>
          </p:cNvPr>
          <p:cNvSpPr txBox="1"/>
          <p:nvPr/>
        </p:nvSpPr>
        <p:spPr>
          <a:xfrm>
            <a:off x="2823559" y="3389554"/>
            <a:ext cx="6343607" cy="209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dist" defTabSz="1216025" eaLnBrk="1" hangingPunct="1">
              <a:lnSpc>
                <a:spcPct val="120000"/>
              </a:lnSpc>
              <a:spcBef>
                <a:spcPct val="20000"/>
              </a:spcBef>
            </a:pPr>
          </a:p>
        </p:txBody>
      </p:sp>
      <p:sp>
        <p:nvSpPr>
          <p:cNvPr id="119" name="iconfont-11253-5327384">
            <a:extLst>
              <a:ext uri="{FF2B5EF4-FFF2-40B4-BE49-F238E27FC236}">
                <a16:creationId xmlns:a16="http://schemas.microsoft.com/office/drawing/2014/main" id="{42EB2117-2A5B-4362-8750-F1169C47CE52}"/>
              </a:ext>
            </a:extLst>
          </p:cNvPr>
          <p:cNvSpPr/>
          <p:nvPr/>
        </p:nvSpPr>
        <p:spPr>
          <a:xfrm>
            <a:off x="5145148" y="869545"/>
            <a:ext cx="1835327" cy="1223426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文本框 10">
            <a:extLst>
              <a:ext uri="{FF2B5EF4-FFF2-40B4-BE49-F238E27FC236}">
                <a16:creationId xmlns:a16="http://schemas.microsoft.com/office/drawing/2014/main" id="{8833D25F-3AA0-41FD-8925-5B007383464F}"/>
              </a:ext>
            </a:extLst>
          </p:cNvPr>
          <p:cNvSpPr txBox="1"/>
          <p:nvPr/>
        </p:nvSpPr>
        <p:spPr>
          <a:xfrm>
            <a:off x="3541320" y="3957095"/>
            <a:ext cx="180049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rgbClr val="03539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1" name="文本框 13">
            <a:extLst>
              <a:ext uri="{FF2B5EF4-FFF2-40B4-BE49-F238E27FC236}">
                <a16:creationId xmlns:a16="http://schemas.microsoft.com/office/drawing/2014/main" id="{2948DF6B-ED1B-4625-A340-4CDF042FFEF2}"/>
              </a:ext>
            </a:extLst>
          </p:cNvPr>
          <p:cNvSpPr txBox="1"/>
          <p:nvPr/>
        </p:nvSpPr>
        <p:spPr>
          <a:xfrm>
            <a:off x="3541320" y="4431551"/>
            <a:ext cx="203132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5C55DE79-B486-4240-B885-04FDD171BB8A}"/>
              </a:ext>
            </a:extLst>
          </p:cNvPr>
          <p:cNvSpPr txBox="1"/>
          <p:nvPr/>
        </p:nvSpPr>
        <p:spPr>
          <a:xfrm>
            <a:off x="6857227" y="3953369"/>
            <a:ext cx="203132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dirty="0">
              <a:solidFill>
                <a:srgbClr val="03539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CA55DB61-F2A7-46C1-9BD7-3EBFDC1D6F45}"/>
              </a:ext>
            </a:extLst>
          </p:cNvPr>
          <p:cNvSpPr txBox="1"/>
          <p:nvPr/>
        </p:nvSpPr>
        <p:spPr>
          <a:xfrm>
            <a:off x="6857227" y="4414617"/>
            <a:ext cx="262764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1E14EE7D-33EA-4879-AC63-9D1B3E4D6812}"/>
              </a:ext>
            </a:extLst>
          </p:cNvPr>
          <p:cNvGrpSpPr/>
          <p:nvPr/>
        </p:nvGrpSpPr>
        <p:grpSpPr>
          <a:xfrm>
            <a:off x="3068961" y="3970490"/>
            <a:ext cx="324483" cy="324483"/>
            <a:chOff x="495788" y="4356595"/>
            <a:chExt cx="367458" cy="367458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9094DE9D-C91A-4351-9BB1-DAE0B0C1A209}"/>
                </a:ext>
              </a:extLst>
            </p:cNvPr>
            <p:cNvSpPr/>
            <p:nvPr/>
          </p:nvSpPr>
          <p:spPr>
            <a:xfrm>
              <a:off x="495788" y="4356595"/>
              <a:ext cx="367458" cy="367458"/>
            </a:xfrm>
            <a:prstGeom prst="ellipse">
              <a:avLst/>
            </a:prstGeom>
            <a:solidFill>
              <a:srgbClr val="0353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035392"/>
                </a:solidFill>
              </a:endParaRPr>
            </a:p>
          </p:txBody>
        </p:sp>
        <p:sp>
          <p:nvSpPr>
            <p:cNvPr id="126" name="形状">
              <a:extLst>
                <a:ext uri="{FF2B5EF4-FFF2-40B4-BE49-F238E27FC236}">
                  <a16:creationId xmlns:a16="http://schemas.microsoft.com/office/drawing/2014/main" id="{DA459AD2-AA38-4BB3-BB35-4A2313A4A849}"/>
                </a:ext>
              </a:extLst>
            </p:cNvPr>
            <p:cNvSpPr/>
            <p:nvPr/>
          </p:nvSpPr>
          <p:spPr bwMode="auto">
            <a:xfrm>
              <a:off x="568937" y="4437017"/>
              <a:ext cx="221159" cy="206615"/>
            </a:xfrm>
            <a:custGeom>
              <a:avLst/>
              <a:gdLst>
                <a:gd name="T0" fmla="*/ 35 w 45"/>
                <a:gd name="T1" fmla="*/ 32 h 42"/>
                <a:gd name="T2" fmla="*/ 27 w 45"/>
                <a:gd name="T3" fmla="*/ 24 h 42"/>
                <a:gd name="T4" fmla="*/ 30 w 45"/>
                <a:gd name="T5" fmla="*/ 18 h 42"/>
                <a:gd name="T6" fmla="*/ 32 w 45"/>
                <a:gd name="T7" fmla="*/ 14 h 42"/>
                <a:gd name="T8" fmla="*/ 31 w 45"/>
                <a:gd name="T9" fmla="*/ 12 h 42"/>
                <a:gd name="T10" fmla="*/ 32 w 45"/>
                <a:gd name="T11" fmla="*/ 8 h 42"/>
                <a:gd name="T12" fmla="*/ 22 w 45"/>
                <a:gd name="T13" fmla="*/ 0 h 42"/>
                <a:gd name="T14" fmla="*/ 13 w 45"/>
                <a:gd name="T15" fmla="*/ 8 h 42"/>
                <a:gd name="T16" fmla="*/ 14 w 45"/>
                <a:gd name="T17" fmla="*/ 12 h 42"/>
                <a:gd name="T18" fmla="*/ 13 w 45"/>
                <a:gd name="T19" fmla="*/ 14 h 42"/>
                <a:gd name="T20" fmla="*/ 15 w 45"/>
                <a:gd name="T21" fmla="*/ 18 h 42"/>
                <a:gd name="T22" fmla="*/ 18 w 45"/>
                <a:gd name="T23" fmla="*/ 24 h 42"/>
                <a:gd name="T24" fmla="*/ 10 w 45"/>
                <a:gd name="T25" fmla="*/ 32 h 42"/>
                <a:gd name="T26" fmla="*/ 0 w 45"/>
                <a:gd name="T27" fmla="*/ 37 h 42"/>
                <a:gd name="T28" fmla="*/ 0 w 45"/>
                <a:gd name="T29" fmla="*/ 42 h 42"/>
                <a:gd name="T30" fmla="*/ 22 w 45"/>
                <a:gd name="T31" fmla="*/ 42 h 42"/>
                <a:gd name="T32" fmla="*/ 45 w 45"/>
                <a:gd name="T33" fmla="*/ 42 h 42"/>
                <a:gd name="T34" fmla="*/ 45 w 45"/>
                <a:gd name="T35" fmla="*/ 37 h 42"/>
                <a:gd name="T36" fmla="*/ 35 w 45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" h="42">
                  <a:moveTo>
                    <a:pt x="35" y="32"/>
                  </a:moveTo>
                  <a:cubicBezTo>
                    <a:pt x="29" y="30"/>
                    <a:pt x="27" y="28"/>
                    <a:pt x="27" y="24"/>
                  </a:cubicBezTo>
                  <a:cubicBezTo>
                    <a:pt x="27" y="22"/>
                    <a:pt x="29" y="22"/>
                    <a:pt x="30" y="18"/>
                  </a:cubicBezTo>
                  <a:cubicBezTo>
                    <a:pt x="30" y="16"/>
                    <a:pt x="32" y="18"/>
                    <a:pt x="32" y="14"/>
                  </a:cubicBezTo>
                  <a:cubicBezTo>
                    <a:pt x="32" y="13"/>
                    <a:pt x="31" y="12"/>
                    <a:pt x="31" y="12"/>
                  </a:cubicBezTo>
                  <a:cubicBezTo>
                    <a:pt x="31" y="12"/>
                    <a:pt x="32" y="10"/>
                    <a:pt x="32" y="8"/>
                  </a:cubicBezTo>
                  <a:cubicBezTo>
                    <a:pt x="32" y="6"/>
                    <a:pt x="31" y="0"/>
                    <a:pt x="22" y="0"/>
                  </a:cubicBezTo>
                  <a:cubicBezTo>
                    <a:pt x="14" y="0"/>
                    <a:pt x="13" y="6"/>
                    <a:pt x="13" y="8"/>
                  </a:cubicBezTo>
                  <a:cubicBezTo>
                    <a:pt x="13" y="10"/>
                    <a:pt x="14" y="12"/>
                    <a:pt x="14" y="12"/>
                  </a:cubicBezTo>
                  <a:cubicBezTo>
                    <a:pt x="14" y="12"/>
                    <a:pt x="13" y="13"/>
                    <a:pt x="13" y="14"/>
                  </a:cubicBezTo>
                  <a:cubicBezTo>
                    <a:pt x="13" y="18"/>
                    <a:pt x="15" y="16"/>
                    <a:pt x="15" y="18"/>
                  </a:cubicBezTo>
                  <a:cubicBezTo>
                    <a:pt x="16" y="22"/>
                    <a:pt x="18" y="22"/>
                    <a:pt x="18" y="24"/>
                  </a:cubicBezTo>
                  <a:cubicBezTo>
                    <a:pt x="18" y="28"/>
                    <a:pt x="16" y="30"/>
                    <a:pt x="10" y="32"/>
                  </a:cubicBezTo>
                  <a:cubicBezTo>
                    <a:pt x="4" y="34"/>
                    <a:pt x="0" y="36"/>
                    <a:pt x="0" y="37"/>
                  </a:cubicBezTo>
                  <a:cubicBezTo>
                    <a:pt x="0" y="39"/>
                    <a:pt x="0" y="42"/>
                    <a:pt x="0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5" y="39"/>
                    <a:pt x="45" y="37"/>
                  </a:cubicBezTo>
                  <a:cubicBezTo>
                    <a:pt x="45" y="36"/>
                    <a:pt x="41" y="34"/>
                    <a:pt x="35" y="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/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F81551F-A9BB-4DB3-BAF2-36446992FF78}"/>
              </a:ext>
            </a:extLst>
          </p:cNvPr>
          <p:cNvGrpSpPr/>
          <p:nvPr/>
        </p:nvGrpSpPr>
        <p:grpSpPr>
          <a:xfrm>
            <a:off x="3068961" y="4449229"/>
            <a:ext cx="324483" cy="324483"/>
            <a:chOff x="495789" y="4947145"/>
            <a:chExt cx="367458" cy="367458"/>
          </a:xfrm>
        </p:grpSpPr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4DB68E10-034D-49AC-A62B-C15D22BB4805}"/>
                </a:ext>
              </a:extLst>
            </p:cNvPr>
            <p:cNvSpPr/>
            <p:nvPr/>
          </p:nvSpPr>
          <p:spPr>
            <a:xfrm>
              <a:off x="495789" y="4947145"/>
              <a:ext cx="367458" cy="367458"/>
            </a:xfrm>
            <a:prstGeom prst="ellipse">
              <a:avLst/>
            </a:prstGeom>
            <a:solidFill>
              <a:srgbClr val="0353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035392"/>
                </a:solidFill>
              </a:endParaRPr>
            </a:p>
          </p:txBody>
        </p:sp>
        <p:sp>
          <p:nvSpPr>
            <p:cNvPr id="129" name="Freeform 23">
              <a:extLst>
                <a:ext uri="{FF2B5EF4-FFF2-40B4-BE49-F238E27FC236}">
                  <a16:creationId xmlns:a16="http://schemas.microsoft.com/office/drawing/2014/main" id="{C8706DB9-5687-4160-B607-AF04DBA1B6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186" y="5031280"/>
              <a:ext cx="200660" cy="189865"/>
            </a:xfrm>
            <a:custGeom>
              <a:avLst/>
              <a:gdLst/>
              <a:ahLst/>
              <a:cxnLst>
                <a:cxn ang="0">
                  <a:pos x="68" y="14"/>
                </a:cxn>
                <a:cxn ang="0">
                  <a:pos x="68" y="18"/>
                </a:cxn>
                <a:cxn ang="0">
                  <a:pos x="64" y="18"/>
                </a:cxn>
                <a:cxn ang="0">
                  <a:pos x="61" y="21"/>
                </a:cxn>
                <a:cxn ang="0">
                  <a:pos x="7" y="21"/>
                </a:cxn>
                <a:cxn ang="0">
                  <a:pos x="4" y="18"/>
                </a:cxn>
                <a:cxn ang="0">
                  <a:pos x="0" y="18"/>
                </a:cxn>
                <a:cxn ang="0">
                  <a:pos x="0" y="14"/>
                </a:cxn>
                <a:cxn ang="0">
                  <a:pos x="34" y="0"/>
                </a:cxn>
                <a:cxn ang="0">
                  <a:pos x="68" y="14"/>
                </a:cxn>
                <a:cxn ang="0">
                  <a:pos x="68" y="60"/>
                </a:cxn>
                <a:cxn ang="0">
                  <a:pos x="68" y="64"/>
                </a:cxn>
                <a:cxn ang="0">
                  <a:pos x="0" y="64"/>
                </a:cxn>
                <a:cxn ang="0">
                  <a:pos x="0" y="60"/>
                </a:cxn>
                <a:cxn ang="0">
                  <a:pos x="2" y="57"/>
                </a:cxn>
                <a:cxn ang="0">
                  <a:pos x="66" y="57"/>
                </a:cxn>
                <a:cxn ang="0">
                  <a:pos x="68" y="60"/>
                </a:cxn>
                <a:cxn ang="0">
                  <a:pos x="18" y="23"/>
                </a:cxn>
                <a:cxn ang="0">
                  <a:pos x="18" y="50"/>
                </a:cxn>
                <a:cxn ang="0">
                  <a:pos x="23" y="50"/>
                </a:cxn>
                <a:cxn ang="0">
                  <a:pos x="23" y="23"/>
                </a:cxn>
                <a:cxn ang="0">
                  <a:pos x="32" y="23"/>
                </a:cxn>
                <a:cxn ang="0">
                  <a:pos x="32" y="50"/>
                </a:cxn>
                <a:cxn ang="0">
                  <a:pos x="36" y="50"/>
                </a:cxn>
                <a:cxn ang="0">
                  <a:pos x="36" y="23"/>
                </a:cxn>
                <a:cxn ang="0">
                  <a:pos x="45" y="23"/>
                </a:cxn>
                <a:cxn ang="0">
                  <a:pos x="45" y="50"/>
                </a:cxn>
                <a:cxn ang="0">
                  <a:pos x="50" y="50"/>
                </a:cxn>
                <a:cxn ang="0">
                  <a:pos x="50" y="23"/>
                </a:cxn>
                <a:cxn ang="0">
                  <a:pos x="59" y="23"/>
                </a:cxn>
                <a:cxn ang="0">
                  <a:pos x="59" y="50"/>
                </a:cxn>
                <a:cxn ang="0">
                  <a:pos x="61" y="50"/>
                </a:cxn>
                <a:cxn ang="0">
                  <a:pos x="64" y="53"/>
                </a:cxn>
                <a:cxn ang="0">
                  <a:pos x="64" y="55"/>
                </a:cxn>
                <a:cxn ang="0">
                  <a:pos x="4" y="55"/>
                </a:cxn>
                <a:cxn ang="0">
                  <a:pos x="4" y="53"/>
                </a:cxn>
                <a:cxn ang="0">
                  <a:pos x="7" y="50"/>
                </a:cxn>
                <a:cxn ang="0">
                  <a:pos x="9" y="50"/>
                </a:cxn>
                <a:cxn ang="0">
                  <a:pos x="9" y="23"/>
                </a:cxn>
                <a:cxn ang="0">
                  <a:pos x="18" y="23"/>
                </a:cxn>
              </a:cxnLst>
              <a:rect l="0" t="0" r="r" b="b"/>
              <a:pathLst>
                <a:path w="68" h="64">
                  <a:moveTo>
                    <a:pt x="68" y="14"/>
                  </a:moveTo>
                  <a:cubicBezTo>
                    <a:pt x="68" y="18"/>
                    <a:pt x="68" y="18"/>
                    <a:pt x="68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4" y="20"/>
                    <a:pt x="63" y="21"/>
                    <a:pt x="61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1"/>
                    <a:pt x="4" y="20"/>
                    <a:pt x="4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68" y="14"/>
                  </a:lnTo>
                  <a:close/>
                  <a:moveTo>
                    <a:pt x="68" y="60"/>
                  </a:moveTo>
                  <a:cubicBezTo>
                    <a:pt x="68" y="64"/>
                    <a:pt x="68" y="64"/>
                    <a:pt x="68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8"/>
                    <a:pt x="1" y="57"/>
                    <a:pt x="2" y="57"/>
                  </a:cubicBezTo>
                  <a:cubicBezTo>
                    <a:pt x="66" y="57"/>
                    <a:pt x="66" y="57"/>
                    <a:pt x="66" y="57"/>
                  </a:cubicBezTo>
                  <a:cubicBezTo>
                    <a:pt x="67" y="57"/>
                    <a:pt x="68" y="58"/>
                    <a:pt x="68" y="60"/>
                  </a:cubicBezTo>
                  <a:close/>
                  <a:moveTo>
                    <a:pt x="18" y="23"/>
                  </a:moveTo>
                  <a:cubicBezTo>
                    <a:pt x="18" y="50"/>
                    <a:pt x="18" y="50"/>
                    <a:pt x="18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3" y="50"/>
                    <a:pt x="64" y="51"/>
                    <a:pt x="64" y="53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1"/>
                    <a:pt x="5" y="50"/>
                    <a:pt x="7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23"/>
                    <a:pt x="9" y="23"/>
                    <a:pt x="9" y="23"/>
                  </a:cubicBezTo>
                  <a:lnTo>
                    <a:pt x="18" y="2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3539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A7FDA87D-ADE3-407D-AEA1-CCE11C8B3678}"/>
              </a:ext>
            </a:extLst>
          </p:cNvPr>
          <p:cNvGrpSpPr/>
          <p:nvPr/>
        </p:nvGrpSpPr>
        <p:grpSpPr>
          <a:xfrm>
            <a:off x="6389577" y="4445503"/>
            <a:ext cx="324483" cy="324483"/>
            <a:chOff x="482304" y="6253075"/>
            <a:chExt cx="367458" cy="367458"/>
          </a:xfrm>
        </p:grpSpPr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0D9AA3AA-B4F3-4473-ADF2-16EA0AB6E9DC}"/>
                </a:ext>
              </a:extLst>
            </p:cNvPr>
            <p:cNvSpPr/>
            <p:nvPr/>
          </p:nvSpPr>
          <p:spPr>
            <a:xfrm>
              <a:off x="482304" y="6253075"/>
              <a:ext cx="367458" cy="367458"/>
            </a:xfrm>
            <a:prstGeom prst="ellipse">
              <a:avLst/>
            </a:prstGeom>
            <a:solidFill>
              <a:srgbClr val="0353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035392"/>
                </a:solidFill>
              </a:endParaRPr>
            </a:p>
          </p:txBody>
        </p:sp>
        <p:sp>
          <p:nvSpPr>
            <p:cNvPr id="132" name="形状">
              <a:extLst>
                <a:ext uri="{FF2B5EF4-FFF2-40B4-BE49-F238E27FC236}">
                  <a16:creationId xmlns:a16="http://schemas.microsoft.com/office/drawing/2014/main" id="{F9107D83-95AA-4FE3-AC7B-369C195890A0}"/>
                </a:ext>
              </a:extLst>
            </p:cNvPr>
            <p:cNvSpPr/>
            <p:nvPr/>
          </p:nvSpPr>
          <p:spPr bwMode="auto">
            <a:xfrm>
              <a:off x="565720" y="6333497"/>
              <a:ext cx="200198" cy="175815"/>
            </a:xfrm>
            <a:custGeom>
              <a:avLst/>
              <a:gdLst>
                <a:gd name="T0" fmla="*/ 42 w 43"/>
                <a:gd name="T1" fmla="*/ 20 h 38"/>
                <a:gd name="T2" fmla="*/ 23 w 43"/>
                <a:gd name="T3" fmla="*/ 1 h 38"/>
                <a:gd name="T4" fmla="*/ 19 w 43"/>
                <a:gd name="T5" fmla="*/ 1 h 38"/>
                <a:gd name="T6" fmla="*/ 1 w 43"/>
                <a:gd name="T7" fmla="*/ 20 h 38"/>
                <a:gd name="T8" fmla="*/ 1 w 43"/>
                <a:gd name="T9" fmla="*/ 21 h 38"/>
                <a:gd name="T10" fmla="*/ 5 w 43"/>
                <a:gd name="T11" fmla="*/ 21 h 38"/>
                <a:gd name="T12" fmla="*/ 5 w 43"/>
                <a:gd name="T13" fmla="*/ 36 h 38"/>
                <a:gd name="T14" fmla="*/ 7 w 43"/>
                <a:gd name="T15" fmla="*/ 38 h 38"/>
                <a:gd name="T16" fmla="*/ 16 w 43"/>
                <a:gd name="T17" fmla="*/ 38 h 38"/>
                <a:gd name="T18" fmla="*/ 16 w 43"/>
                <a:gd name="T19" fmla="*/ 23 h 38"/>
                <a:gd name="T20" fmla="*/ 26 w 43"/>
                <a:gd name="T21" fmla="*/ 23 h 38"/>
                <a:gd name="T22" fmla="*/ 26 w 43"/>
                <a:gd name="T23" fmla="*/ 38 h 38"/>
                <a:gd name="T24" fmla="*/ 36 w 43"/>
                <a:gd name="T25" fmla="*/ 38 h 38"/>
                <a:gd name="T26" fmla="*/ 37 w 43"/>
                <a:gd name="T27" fmla="*/ 36 h 38"/>
                <a:gd name="T28" fmla="*/ 37 w 43"/>
                <a:gd name="T29" fmla="*/ 21 h 38"/>
                <a:gd name="T30" fmla="*/ 41 w 43"/>
                <a:gd name="T31" fmla="*/ 21 h 38"/>
                <a:gd name="T32" fmla="*/ 42 w 43"/>
                <a:gd name="T33" fmla="*/ 2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" h="38">
                  <a:moveTo>
                    <a:pt x="42" y="20"/>
                  </a:moveTo>
                  <a:cubicBezTo>
                    <a:pt x="23" y="1"/>
                    <a:pt x="23" y="1"/>
                    <a:pt x="23" y="1"/>
                  </a:cubicBezTo>
                  <a:cubicBezTo>
                    <a:pt x="22" y="0"/>
                    <a:pt x="20" y="0"/>
                    <a:pt x="19" y="1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1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7"/>
                    <a:pt x="5" y="38"/>
                    <a:pt x="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8"/>
                    <a:pt x="37" y="37"/>
                    <a:pt x="37" y="36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2" y="21"/>
                    <a:pt x="43" y="21"/>
                    <a:pt x="42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/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E167134E-895B-4B43-A9A2-3261CEF65217}"/>
              </a:ext>
            </a:extLst>
          </p:cNvPr>
          <p:cNvGrpSpPr/>
          <p:nvPr/>
        </p:nvGrpSpPr>
        <p:grpSpPr>
          <a:xfrm>
            <a:off x="6389577" y="3966581"/>
            <a:ext cx="324666" cy="324666"/>
            <a:chOff x="482301" y="5649823"/>
            <a:chExt cx="367665" cy="367665"/>
          </a:xfrm>
        </p:grpSpPr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0300CB7E-57DC-4BE5-98EE-3B9C8C0B25A5}"/>
                </a:ext>
              </a:extLst>
            </p:cNvPr>
            <p:cNvSpPr/>
            <p:nvPr/>
          </p:nvSpPr>
          <p:spPr>
            <a:xfrm>
              <a:off x="482301" y="5649823"/>
              <a:ext cx="367665" cy="367665"/>
            </a:xfrm>
            <a:prstGeom prst="ellipse">
              <a:avLst/>
            </a:prstGeom>
            <a:solidFill>
              <a:srgbClr val="0353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035392"/>
                </a:solidFill>
              </a:endParaRPr>
            </a:p>
          </p:txBody>
        </p:sp>
        <p:sp>
          <p:nvSpPr>
            <p:cNvPr id="135" name="Freeform 11">
              <a:extLst>
                <a:ext uri="{FF2B5EF4-FFF2-40B4-BE49-F238E27FC236}">
                  <a16:creationId xmlns:a16="http://schemas.microsoft.com/office/drawing/2014/main" id="{FD8C7436-45C3-4D73-AA9A-0A54DE05E849}"/>
                </a:ext>
              </a:extLst>
            </p:cNvPr>
            <p:cNvSpPr/>
            <p:nvPr/>
          </p:nvSpPr>
          <p:spPr bwMode="auto">
            <a:xfrm>
              <a:off x="569047" y="5829408"/>
              <a:ext cx="209640" cy="110084"/>
            </a:xfrm>
            <a:custGeom>
              <a:avLst/>
              <a:gdLst>
                <a:gd name="T0" fmla="*/ 0 w 38"/>
                <a:gd name="T1" fmla="*/ 9 h 19"/>
                <a:gd name="T2" fmla="*/ 4 w 38"/>
                <a:gd name="T3" fmla="*/ 2 h 19"/>
                <a:gd name="T4" fmla="*/ 12 w 38"/>
                <a:gd name="T5" fmla="*/ 0 h 19"/>
                <a:gd name="T6" fmla="*/ 19 w 38"/>
                <a:gd name="T7" fmla="*/ 17 h 19"/>
                <a:gd name="T8" fmla="*/ 26 w 38"/>
                <a:gd name="T9" fmla="*/ 0 h 19"/>
                <a:gd name="T10" fmla="*/ 34 w 38"/>
                <a:gd name="T11" fmla="*/ 2 h 19"/>
                <a:gd name="T12" fmla="*/ 38 w 38"/>
                <a:gd name="T13" fmla="*/ 9 h 19"/>
                <a:gd name="T14" fmla="*/ 38 w 38"/>
                <a:gd name="T15" fmla="*/ 19 h 19"/>
                <a:gd name="T16" fmla="*/ 19 w 38"/>
                <a:gd name="T17" fmla="*/ 19 h 19"/>
                <a:gd name="T18" fmla="*/ 0 w 38"/>
                <a:gd name="T19" fmla="*/ 19 h 19"/>
                <a:gd name="T20" fmla="*/ 0 w 38"/>
                <a:gd name="T21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19">
                  <a:moveTo>
                    <a:pt x="0" y="9"/>
                  </a:moveTo>
                  <a:cubicBezTo>
                    <a:pt x="0" y="6"/>
                    <a:pt x="1" y="3"/>
                    <a:pt x="4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6" y="3"/>
                    <a:pt x="38" y="6"/>
                    <a:pt x="38" y="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0" y="9"/>
                    <a:pt x="0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3539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Freeform 12">
              <a:extLst>
                <a:ext uri="{FF2B5EF4-FFF2-40B4-BE49-F238E27FC236}">
                  <a16:creationId xmlns:a16="http://schemas.microsoft.com/office/drawing/2014/main" id="{29B5F474-7DDC-4FCF-9EC8-4F1EE851D8A1}"/>
                </a:ext>
              </a:extLst>
            </p:cNvPr>
            <p:cNvSpPr/>
            <p:nvPr/>
          </p:nvSpPr>
          <p:spPr bwMode="auto">
            <a:xfrm>
              <a:off x="624089" y="5701880"/>
              <a:ext cx="93842" cy="115798"/>
            </a:xfrm>
            <a:custGeom>
              <a:avLst/>
              <a:gdLst>
                <a:gd name="T0" fmla="*/ 9 w 17"/>
                <a:gd name="T1" fmla="*/ 20 h 20"/>
                <a:gd name="T2" fmla="*/ 3 w 17"/>
                <a:gd name="T3" fmla="*/ 16 h 20"/>
                <a:gd name="T4" fmla="*/ 1 w 17"/>
                <a:gd name="T5" fmla="*/ 6 h 20"/>
                <a:gd name="T6" fmla="*/ 9 w 17"/>
                <a:gd name="T7" fmla="*/ 0 h 20"/>
                <a:gd name="T8" fmla="*/ 16 w 17"/>
                <a:gd name="T9" fmla="*/ 6 h 20"/>
                <a:gd name="T10" fmla="*/ 15 w 17"/>
                <a:gd name="T11" fmla="*/ 16 h 20"/>
                <a:gd name="T12" fmla="*/ 9 w 17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20">
                  <a:moveTo>
                    <a:pt x="9" y="20"/>
                  </a:moveTo>
                  <a:cubicBezTo>
                    <a:pt x="6" y="20"/>
                    <a:pt x="4" y="18"/>
                    <a:pt x="3" y="16"/>
                  </a:cubicBezTo>
                  <a:cubicBezTo>
                    <a:pt x="1" y="13"/>
                    <a:pt x="0" y="9"/>
                    <a:pt x="1" y="6"/>
                  </a:cubicBezTo>
                  <a:cubicBezTo>
                    <a:pt x="2" y="3"/>
                    <a:pt x="4" y="0"/>
                    <a:pt x="9" y="0"/>
                  </a:cubicBezTo>
                  <a:cubicBezTo>
                    <a:pt x="13" y="0"/>
                    <a:pt x="16" y="3"/>
                    <a:pt x="16" y="6"/>
                  </a:cubicBezTo>
                  <a:cubicBezTo>
                    <a:pt x="17" y="9"/>
                    <a:pt x="16" y="13"/>
                    <a:pt x="15" y="16"/>
                  </a:cubicBezTo>
                  <a:cubicBezTo>
                    <a:pt x="13" y="18"/>
                    <a:pt x="11" y="20"/>
                    <a:pt x="9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3539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Freeform 13">
              <a:extLst>
                <a:ext uri="{FF2B5EF4-FFF2-40B4-BE49-F238E27FC236}">
                  <a16:creationId xmlns:a16="http://schemas.microsoft.com/office/drawing/2014/main" id="{91016C09-43BB-4353-BE42-4223D6898FA4}"/>
                </a:ext>
              </a:extLst>
            </p:cNvPr>
            <p:cNvSpPr/>
            <p:nvPr/>
          </p:nvSpPr>
          <p:spPr bwMode="auto">
            <a:xfrm>
              <a:off x="657174" y="5852568"/>
              <a:ext cx="33085" cy="75194"/>
            </a:xfrm>
            <a:custGeom>
              <a:avLst/>
              <a:gdLst>
                <a:gd name="T0" fmla="*/ 37 w 110"/>
                <a:gd name="T1" fmla="*/ 0 h 250"/>
                <a:gd name="T2" fmla="*/ 74 w 110"/>
                <a:gd name="T3" fmla="*/ 0 h 250"/>
                <a:gd name="T4" fmla="*/ 110 w 110"/>
                <a:gd name="T5" fmla="*/ 250 h 250"/>
                <a:gd name="T6" fmla="*/ 0 w 110"/>
                <a:gd name="T7" fmla="*/ 250 h 250"/>
                <a:gd name="T8" fmla="*/ 37 w 110"/>
                <a:gd name="T9" fmla="*/ 0 h 250"/>
                <a:gd name="T10" fmla="*/ 37 w 110"/>
                <a:gd name="T1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" h="250">
                  <a:moveTo>
                    <a:pt x="37" y="0"/>
                  </a:moveTo>
                  <a:lnTo>
                    <a:pt x="74" y="0"/>
                  </a:lnTo>
                  <a:lnTo>
                    <a:pt x="110" y="250"/>
                  </a:lnTo>
                  <a:lnTo>
                    <a:pt x="0" y="250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3539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Oval 14">
              <a:extLst>
                <a:ext uri="{FF2B5EF4-FFF2-40B4-BE49-F238E27FC236}">
                  <a16:creationId xmlns:a16="http://schemas.microsoft.com/office/drawing/2014/main" id="{CBAE38A1-9E6E-4895-B338-FCA8DB3C7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174" y="5829408"/>
              <a:ext cx="27671" cy="28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35392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ECD43C5C-98EC-4EAC-9AC1-B299E3952748}"/>
              </a:ext>
            </a:extLst>
          </p:cNvPr>
          <p:cNvCxnSpPr/>
          <p:nvPr/>
        </p:nvCxnSpPr>
        <p:spPr>
          <a:xfrm>
            <a:off x="2907274" y="4353032"/>
            <a:ext cx="30495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30F17FDC-DDEB-437C-99C0-1C65B0A55F99}"/>
              </a:ext>
            </a:extLst>
          </p:cNvPr>
          <p:cNvCxnSpPr/>
          <p:nvPr/>
        </p:nvCxnSpPr>
        <p:spPr>
          <a:xfrm>
            <a:off x="2907274" y="4844315"/>
            <a:ext cx="30495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D120C4E8-A74B-4BCF-9EB7-2B03B5881B16}"/>
              </a:ext>
            </a:extLst>
          </p:cNvPr>
          <p:cNvCxnSpPr/>
          <p:nvPr/>
        </p:nvCxnSpPr>
        <p:spPr>
          <a:xfrm>
            <a:off x="6351111" y="4353032"/>
            <a:ext cx="30495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4FD33522-C105-4013-B1D1-B30B04A82611}"/>
              </a:ext>
            </a:extLst>
          </p:cNvPr>
          <p:cNvCxnSpPr/>
          <p:nvPr/>
        </p:nvCxnSpPr>
        <p:spPr>
          <a:xfrm>
            <a:off x="6351111" y="4844315"/>
            <a:ext cx="30495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图形 162">
            <a:extLst>
              <a:ext uri="{FF2B5EF4-FFF2-40B4-BE49-F238E27FC236}">
                <a16:creationId xmlns:a16="http://schemas.microsoft.com/office/drawing/2014/main" id="{C5F9FBAD-5227-4673-9D56-02423F17BB3A}"/>
              </a:ext>
            </a:extLst>
          </p:cNvPr>
          <p:cNvGrpSpPr/>
          <p:nvPr/>
        </p:nvGrpSpPr>
        <p:grpSpPr>
          <a:xfrm>
            <a:off x="-1" y="3653817"/>
            <a:ext cx="12171000" cy="3230095"/>
            <a:chOff x="-1" y="3653817"/>
            <a:chExt cx="12171000" cy="3230095"/>
          </a:xfrm>
        </p:grpSpPr>
        <p:grpSp>
          <p:nvGrpSpPr>
            <p:cNvPr id="165" name="图形 162">
              <a:extLst>
                <a:ext uri="{FF2B5EF4-FFF2-40B4-BE49-F238E27FC236}">
                  <a16:creationId xmlns:a16="http://schemas.microsoft.com/office/drawing/2014/main" id="{C5F9FBAD-5227-4673-9D56-02423F17BB3A}"/>
                </a:ext>
              </a:extLst>
            </p:cNvPr>
            <p:cNvGrpSpPr/>
            <p:nvPr/>
          </p:nvGrpSpPr>
          <p:grpSpPr>
            <a:xfrm>
              <a:off x="-1" y="3653817"/>
              <a:ext cx="12171000" cy="3230412"/>
              <a:chOff x="-1" y="3653817"/>
              <a:chExt cx="12171000" cy="3230412"/>
            </a:xfrm>
          </p:grpSpPr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CF2D097-FC3B-4B30-8BD1-94F8D9E0E9BE}"/>
                  </a:ext>
                </a:extLst>
              </p:cNvPr>
              <p:cNvSpPr/>
              <p:nvPr/>
            </p:nvSpPr>
            <p:spPr>
              <a:xfrm>
                <a:off x="-1" y="5871200"/>
                <a:ext cx="12171000" cy="1013028"/>
              </a:xfrm>
              <a:custGeom>
                <a:avLst/>
                <a:gdLst>
                  <a:gd name="connsiteX0" fmla="*/ 12171000 w 12171000"/>
                  <a:gd name="connsiteY0" fmla="*/ 1013029 h 1013028"/>
                  <a:gd name="connsiteX1" fmla="*/ 12171000 w 12171000"/>
                  <a:gd name="connsiteY1" fmla="*/ 121065 h 1013028"/>
                  <a:gd name="connsiteX2" fmla="*/ 0 w 12171000"/>
                  <a:gd name="connsiteY2" fmla="*/ 0 h 1013028"/>
                  <a:gd name="connsiteX3" fmla="*/ 0 w 12171000"/>
                  <a:gd name="connsiteY3" fmla="*/ 1013029 h 1013028"/>
                  <a:gd name="connsiteX4" fmla="*/ 12171000 w 12171000"/>
                  <a:gd name="connsiteY4" fmla="*/ 1013029 h 101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71000" h="1013028">
                    <a:moveTo>
                      <a:pt x="12171000" y="1013029"/>
                    </a:moveTo>
                    <a:lnTo>
                      <a:pt x="12171000" y="121065"/>
                    </a:lnTo>
                    <a:cubicBezTo>
                      <a:pt x="12171000" y="121065"/>
                      <a:pt x="4892539" y="1787234"/>
                      <a:pt x="0" y="0"/>
                    </a:cubicBezTo>
                    <a:lnTo>
                      <a:pt x="0" y="1013029"/>
                    </a:lnTo>
                    <a:lnTo>
                      <a:pt x="12171000" y="1013029"/>
                    </a:lnTo>
                    <a:close/>
                  </a:path>
                </a:pathLst>
              </a:custGeom>
              <a:solidFill>
                <a:srgbClr val="D8D9DD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0D072D29-61EB-4B38-ADCC-94CB3C520F49}"/>
                  </a:ext>
                </a:extLst>
              </p:cNvPr>
              <p:cNvSpPr/>
              <p:nvPr/>
            </p:nvSpPr>
            <p:spPr>
              <a:xfrm>
                <a:off x="6018051" y="3653817"/>
                <a:ext cx="6152947" cy="3230412"/>
              </a:xfrm>
              <a:custGeom>
                <a:avLst/>
                <a:gdLst>
                  <a:gd name="connsiteX0" fmla="*/ 6152948 w 6152947"/>
                  <a:gd name="connsiteY0" fmla="*/ 0 h 3230412"/>
                  <a:gd name="connsiteX1" fmla="*/ 0 w 6152947"/>
                  <a:gd name="connsiteY1" fmla="*/ 3227234 h 3230412"/>
                  <a:gd name="connsiteX2" fmla="*/ 6152948 w 6152947"/>
                  <a:gd name="connsiteY2" fmla="*/ 3230413 h 3230412"/>
                  <a:gd name="connsiteX3" fmla="*/ 6152948 w 6152947"/>
                  <a:gd name="connsiteY3" fmla="*/ 0 h 3230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2947" h="3230412">
                    <a:moveTo>
                      <a:pt x="6152948" y="0"/>
                    </a:moveTo>
                    <a:cubicBezTo>
                      <a:pt x="6152948" y="0"/>
                      <a:pt x="4167148" y="2598001"/>
                      <a:pt x="0" y="3227234"/>
                    </a:cubicBezTo>
                    <a:lnTo>
                      <a:pt x="6152948" y="3230413"/>
                    </a:lnTo>
                    <a:lnTo>
                      <a:pt x="6152948" y="0"/>
                    </a:lnTo>
                    <a:close/>
                  </a:path>
                </a:pathLst>
              </a:custGeom>
              <a:solidFill>
                <a:srgbClr val="9BA4AB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10E2BBF2-0483-4398-9668-B3E7216AAF4D}"/>
                  </a:ext>
                </a:extLst>
              </p:cNvPr>
              <p:cNvSpPr/>
              <p:nvPr/>
            </p:nvSpPr>
            <p:spPr>
              <a:xfrm>
                <a:off x="-1" y="4326032"/>
                <a:ext cx="12171000" cy="2372141"/>
              </a:xfrm>
              <a:custGeom>
                <a:avLst/>
                <a:gdLst>
                  <a:gd name="connsiteX0" fmla="*/ 0 w 12171000"/>
                  <a:gd name="connsiteY0" fmla="*/ 1545168 h 2372141"/>
                  <a:gd name="connsiteX1" fmla="*/ 12171000 w 12171000"/>
                  <a:gd name="connsiteY1" fmla="*/ 0 h 2372141"/>
                  <a:gd name="connsiteX2" fmla="*/ 12171000 w 12171000"/>
                  <a:gd name="connsiteY2" fmla="*/ 1666170 h 2372141"/>
                  <a:gd name="connsiteX3" fmla="*/ 0 w 12171000"/>
                  <a:gd name="connsiteY3" fmla="*/ 1545168 h 2372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1000" h="2372141">
                    <a:moveTo>
                      <a:pt x="0" y="1545168"/>
                    </a:moveTo>
                    <a:cubicBezTo>
                      <a:pt x="0" y="1545168"/>
                      <a:pt x="5567117" y="3273205"/>
                      <a:pt x="12171000" y="0"/>
                    </a:cubicBezTo>
                    <a:lnTo>
                      <a:pt x="12171000" y="1666170"/>
                    </a:lnTo>
                    <a:cubicBezTo>
                      <a:pt x="12171000" y="1666233"/>
                      <a:pt x="4892539" y="3332403"/>
                      <a:pt x="0" y="1545168"/>
                    </a:cubicBezTo>
                    <a:close/>
                  </a:path>
                </a:pathLst>
              </a:custGeom>
              <a:solidFill>
                <a:srgbClr val="1E4D8A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69" name="图形 162">
              <a:extLst>
                <a:ext uri="{FF2B5EF4-FFF2-40B4-BE49-F238E27FC236}">
                  <a16:creationId xmlns:a16="http://schemas.microsoft.com/office/drawing/2014/main" id="{C5F9FBAD-5227-4673-9D56-02423F17BB3A}"/>
                </a:ext>
              </a:extLst>
            </p:cNvPr>
            <p:cNvGrpSpPr/>
            <p:nvPr/>
          </p:nvGrpSpPr>
          <p:grpSpPr>
            <a:xfrm>
              <a:off x="-1" y="4277390"/>
              <a:ext cx="12171000" cy="2458941"/>
              <a:chOff x="-1" y="4277390"/>
              <a:chExt cx="12171000" cy="2458941"/>
            </a:xfrm>
            <a:solidFill>
              <a:srgbClr val="FFFFFF"/>
            </a:solidFill>
          </p:grpSpPr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665BCE6A-56ED-4778-9BA1-50C1C6A59CE9}"/>
                  </a:ext>
                </a:extLst>
              </p:cNvPr>
              <p:cNvSpPr/>
              <p:nvPr/>
            </p:nvSpPr>
            <p:spPr>
              <a:xfrm>
                <a:off x="-1" y="5871200"/>
                <a:ext cx="12171000" cy="865131"/>
              </a:xfrm>
              <a:custGeom>
                <a:avLst/>
                <a:gdLst>
                  <a:gd name="connsiteX0" fmla="*/ 5584968 w 12171000"/>
                  <a:gd name="connsiteY0" fmla="*/ 865131 h 865131"/>
                  <a:gd name="connsiteX1" fmla="*/ 8099598 w 12171000"/>
                  <a:gd name="connsiteY1" fmla="*/ 754494 h 865131"/>
                  <a:gd name="connsiteX2" fmla="*/ 10205079 w 12171000"/>
                  <a:gd name="connsiteY2" fmla="*/ 511156 h 865131"/>
                  <a:gd name="connsiteX3" fmla="*/ 12171000 w 12171000"/>
                  <a:gd name="connsiteY3" fmla="*/ 161568 h 865131"/>
                  <a:gd name="connsiteX4" fmla="*/ 12171000 w 12171000"/>
                  <a:gd name="connsiteY4" fmla="*/ 121065 h 865131"/>
                  <a:gd name="connsiteX5" fmla="*/ 5584968 w 12171000"/>
                  <a:gd name="connsiteY5" fmla="*/ 826981 h 865131"/>
                  <a:gd name="connsiteX6" fmla="*/ 0 w 12171000"/>
                  <a:gd name="connsiteY6" fmla="*/ 0 h 865131"/>
                  <a:gd name="connsiteX7" fmla="*/ 0 w 12171000"/>
                  <a:gd name="connsiteY7" fmla="*/ 44128 h 865131"/>
                  <a:gd name="connsiteX8" fmla="*/ 5584968 w 12171000"/>
                  <a:gd name="connsiteY8" fmla="*/ 865131 h 865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71000" h="865131">
                    <a:moveTo>
                      <a:pt x="5584968" y="865131"/>
                    </a:moveTo>
                    <a:cubicBezTo>
                      <a:pt x="6386530" y="865131"/>
                      <a:pt x="7232516" y="827934"/>
                      <a:pt x="8099598" y="754494"/>
                    </a:cubicBezTo>
                    <a:cubicBezTo>
                      <a:pt x="8793040" y="695806"/>
                      <a:pt x="9501392" y="613909"/>
                      <a:pt x="10205079" y="511156"/>
                    </a:cubicBezTo>
                    <a:cubicBezTo>
                      <a:pt x="11295195" y="352004"/>
                      <a:pt x="12039554" y="190754"/>
                      <a:pt x="12171000" y="161568"/>
                    </a:cubicBezTo>
                    <a:lnTo>
                      <a:pt x="12171000" y="121065"/>
                    </a:lnTo>
                    <a:cubicBezTo>
                      <a:pt x="12171000" y="121065"/>
                      <a:pt x="9087071" y="826981"/>
                      <a:pt x="5584968" y="826981"/>
                    </a:cubicBezTo>
                    <a:cubicBezTo>
                      <a:pt x="3706475" y="826981"/>
                      <a:pt x="1707997" y="623955"/>
                      <a:pt x="0" y="0"/>
                    </a:cubicBezTo>
                    <a:lnTo>
                      <a:pt x="0" y="44128"/>
                    </a:lnTo>
                    <a:cubicBezTo>
                      <a:pt x="1506466" y="588920"/>
                      <a:pt x="3385262" y="865131"/>
                      <a:pt x="5584968" y="8651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E11094EE-FCFB-4064-B7B5-ABD39F1A0601}"/>
                  </a:ext>
                </a:extLst>
              </p:cNvPr>
              <p:cNvSpPr/>
              <p:nvPr/>
            </p:nvSpPr>
            <p:spPr>
              <a:xfrm>
                <a:off x="-1" y="4277390"/>
                <a:ext cx="12171000" cy="2049584"/>
              </a:xfrm>
              <a:custGeom>
                <a:avLst/>
                <a:gdLst>
                  <a:gd name="connsiteX0" fmla="*/ 12171000 w 12171000"/>
                  <a:gd name="connsiteY0" fmla="*/ 48642 h 2049584"/>
                  <a:gd name="connsiteX1" fmla="*/ 12171000 w 12171000"/>
                  <a:gd name="connsiteY1" fmla="*/ 0 h 2049584"/>
                  <a:gd name="connsiteX2" fmla="*/ 12133270 w 12171000"/>
                  <a:gd name="connsiteY2" fmla="*/ 18694 h 2049584"/>
                  <a:gd name="connsiteX3" fmla="*/ 9786701 w 12171000"/>
                  <a:gd name="connsiteY3" fmla="*/ 999549 h 2049584"/>
                  <a:gd name="connsiteX4" fmla="*/ 7582229 w 12171000"/>
                  <a:gd name="connsiteY4" fmla="*/ 1610088 h 2049584"/>
                  <a:gd name="connsiteX5" fmla="*/ 3791672 w 12171000"/>
                  <a:gd name="connsiteY5" fmla="*/ 2011434 h 2049584"/>
                  <a:gd name="connsiteX6" fmla="*/ 2230843 w 12171000"/>
                  <a:gd name="connsiteY6" fmla="*/ 1940855 h 2049584"/>
                  <a:gd name="connsiteX7" fmla="*/ 1044880 w 12171000"/>
                  <a:gd name="connsiteY7" fmla="*/ 1785581 h 2049584"/>
                  <a:gd name="connsiteX8" fmla="*/ 26979 w 12171000"/>
                  <a:gd name="connsiteY8" fmla="*/ 1559602 h 2049584"/>
                  <a:gd name="connsiteX9" fmla="*/ 0 w 12171000"/>
                  <a:gd name="connsiteY9" fmla="*/ 1591076 h 2049584"/>
                  <a:gd name="connsiteX10" fmla="*/ 0 w 12171000"/>
                  <a:gd name="connsiteY10" fmla="*/ 1593810 h 2049584"/>
                  <a:gd name="connsiteX11" fmla="*/ 3791571 w 12171000"/>
                  <a:gd name="connsiteY11" fmla="*/ 2049584 h 2049584"/>
                  <a:gd name="connsiteX12" fmla="*/ 12171000 w 12171000"/>
                  <a:gd name="connsiteY12" fmla="*/ 48642 h 20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71000" h="2049584">
                    <a:moveTo>
                      <a:pt x="12171000" y="48642"/>
                    </a:moveTo>
                    <a:lnTo>
                      <a:pt x="12171000" y="0"/>
                    </a:lnTo>
                    <a:lnTo>
                      <a:pt x="12133270" y="18694"/>
                    </a:lnTo>
                    <a:cubicBezTo>
                      <a:pt x="11368932" y="397531"/>
                      <a:pt x="10579438" y="727534"/>
                      <a:pt x="9786701" y="999549"/>
                    </a:cubicBezTo>
                    <a:cubicBezTo>
                      <a:pt x="9064251" y="1247465"/>
                      <a:pt x="8322530" y="1452843"/>
                      <a:pt x="7582229" y="1610088"/>
                    </a:cubicBezTo>
                    <a:cubicBezTo>
                      <a:pt x="6328210" y="1876444"/>
                      <a:pt x="5052892" y="2011434"/>
                      <a:pt x="3791672" y="2011434"/>
                    </a:cubicBezTo>
                    <a:cubicBezTo>
                      <a:pt x="3265682" y="2011434"/>
                      <a:pt x="2740605" y="1987717"/>
                      <a:pt x="2230843" y="1940855"/>
                    </a:cubicBezTo>
                    <a:cubicBezTo>
                      <a:pt x="1822912" y="1903404"/>
                      <a:pt x="1423906" y="1851137"/>
                      <a:pt x="1044880" y="1785581"/>
                    </a:cubicBezTo>
                    <a:cubicBezTo>
                      <a:pt x="399107" y="1673927"/>
                      <a:pt x="30630" y="1560746"/>
                      <a:pt x="26979" y="1559602"/>
                    </a:cubicBezTo>
                    <a:lnTo>
                      <a:pt x="0" y="1591076"/>
                    </a:lnTo>
                    <a:lnTo>
                      <a:pt x="0" y="1593810"/>
                    </a:lnTo>
                    <a:cubicBezTo>
                      <a:pt x="0" y="1593810"/>
                      <a:pt x="1468735" y="2049584"/>
                      <a:pt x="3791571" y="2049584"/>
                    </a:cubicBezTo>
                    <a:cubicBezTo>
                      <a:pt x="5991885" y="2049584"/>
                      <a:pt x="8958566" y="1640927"/>
                      <a:pt x="12171000" y="486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7" name="矩形 116">
            <a:extLst>
              <a:ext uri="{FF2B5EF4-FFF2-40B4-BE49-F238E27FC236}">
                <a16:creationId xmlns:a16="http://schemas.microsoft.com/office/drawing/2014/main" id="{285A342C-6121-4B53-ACB4-6E87302599C7}"/>
              </a:ext>
            </a:extLst>
          </p:cNvPr>
          <p:cNvSpPr/>
          <p:nvPr/>
        </p:nvSpPr>
        <p:spPr>
          <a:xfrm>
            <a:off x="2819017" y="2111272"/>
            <a:ext cx="664316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回归-1774190524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auto_v2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9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117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17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图形 162">
            <a:extLst>
              <a:ext uri="{FF2B5EF4-FFF2-40B4-BE49-F238E27FC236}">
                <a16:creationId xmlns:a16="http://schemas.microsoft.com/office/drawing/2014/main" id="{EEEFA388-5633-4D22-8219-3760A558FE1C}"/>
              </a:ext>
            </a:extLst>
          </p:cNvPr>
          <p:cNvGrpSpPr/>
          <p:nvPr/>
        </p:nvGrpSpPr>
        <p:grpSpPr>
          <a:xfrm>
            <a:off x="-2" y="3653817"/>
            <a:ext cx="12192001" cy="3230095"/>
            <a:chOff x="-1" y="3653817"/>
            <a:chExt cx="12171000" cy="3230095"/>
          </a:xfrm>
        </p:grpSpPr>
        <p:grpSp>
          <p:nvGrpSpPr>
            <p:cNvPr id="85" name="图形 162">
              <a:extLst>
                <a:ext uri="{FF2B5EF4-FFF2-40B4-BE49-F238E27FC236}">
                  <a16:creationId xmlns:a16="http://schemas.microsoft.com/office/drawing/2014/main" id="{9B5A228B-734E-466F-85DB-58BA97B6BC88}"/>
                </a:ext>
              </a:extLst>
            </p:cNvPr>
            <p:cNvGrpSpPr/>
            <p:nvPr/>
          </p:nvGrpSpPr>
          <p:grpSpPr>
            <a:xfrm>
              <a:off x="-1" y="3653817"/>
              <a:ext cx="12171000" cy="3230412"/>
              <a:chOff x="-1" y="3653817"/>
              <a:chExt cx="12171000" cy="3230412"/>
            </a:xfrm>
          </p:grpSpPr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84735214-C4C5-4B03-86EA-100754F607E1}"/>
                  </a:ext>
                </a:extLst>
              </p:cNvPr>
              <p:cNvSpPr/>
              <p:nvPr/>
            </p:nvSpPr>
            <p:spPr>
              <a:xfrm>
                <a:off x="-1" y="5871200"/>
                <a:ext cx="12171000" cy="1013028"/>
              </a:xfrm>
              <a:custGeom>
                <a:avLst/>
                <a:gdLst>
                  <a:gd name="connsiteX0" fmla="*/ 12171000 w 12171000"/>
                  <a:gd name="connsiteY0" fmla="*/ 1013029 h 1013028"/>
                  <a:gd name="connsiteX1" fmla="*/ 12171000 w 12171000"/>
                  <a:gd name="connsiteY1" fmla="*/ 121065 h 1013028"/>
                  <a:gd name="connsiteX2" fmla="*/ 0 w 12171000"/>
                  <a:gd name="connsiteY2" fmla="*/ 0 h 1013028"/>
                  <a:gd name="connsiteX3" fmla="*/ 0 w 12171000"/>
                  <a:gd name="connsiteY3" fmla="*/ 1013029 h 1013028"/>
                  <a:gd name="connsiteX4" fmla="*/ 12171000 w 12171000"/>
                  <a:gd name="connsiteY4" fmla="*/ 1013029 h 101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71000" h="1013028">
                    <a:moveTo>
                      <a:pt x="12171000" y="1013029"/>
                    </a:moveTo>
                    <a:lnTo>
                      <a:pt x="12171000" y="121065"/>
                    </a:lnTo>
                    <a:cubicBezTo>
                      <a:pt x="12171000" y="121065"/>
                      <a:pt x="4892539" y="1787234"/>
                      <a:pt x="0" y="0"/>
                    </a:cubicBezTo>
                    <a:lnTo>
                      <a:pt x="0" y="1013029"/>
                    </a:lnTo>
                    <a:lnTo>
                      <a:pt x="12171000" y="1013029"/>
                    </a:lnTo>
                    <a:close/>
                  </a:path>
                </a:pathLst>
              </a:custGeom>
              <a:solidFill>
                <a:srgbClr val="D8D9DD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学号：**********</a:t>
                </a:r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0679A829-B648-4A42-AFA7-97B860501F18}"/>
                  </a:ext>
                </a:extLst>
              </p:cNvPr>
              <p:cNvSpPr/>
              <p:nvPr/>
            </p:nvSpPr>
            <p:spPr>
              <a:xfrm>
                <a:off x="6018051" y="3653817"/>
                <a:ext cx="6152947" cy="3230412"/>
              </a:xfrm>
              <a:custGeom>
                <a:avLst/>
                <a:gdLst>
                  <a:gd name="connsiteX0" fmla="*/ 6152948 w 6152947"/>
                  <a:gd name="connsiteY0" fmla="*/ 0 h 3230412"/>
                  <a:gd name="connsiteX1" fmla="*/ 0 w 6152947"/>
                  <a:gd name="connsiteY1" fmla="*/ 3227234 h 3230412"/>
                  <a:gd name="connsiteX2" fmla="*/ 6152948 w 6152947"/>
                  <a:gd name="connsiteY2" fmla="*/ 3230413 h 3230412"/>
                  <a:gd name="connsiteX3" fmla="*/ 6152948 w 6152947"/>
                  <a:gd name="connsiteY3" fmla="*/ 0 h 3230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2947" h="3230412">
                    <a:moveTo>
                      <a:pt x="6152948" y="0"/>
                    </a:moveTo>
                    <a:cubicBezTo>
                      <a:pt x="6152948" y="0"/>
                      <a:pt x="4167148" y="2598001"/>
                      <a:pt x="0" y="3227234"/>
                    </a:cubicBezTo>
                    <a:lnTo>
                      <a:pt x="6152948" y="3230413"/>
                    </a:lnTo>
                    <a:lnTo>
                      <a:pt x="6152948" y="0"/>
                    </a:lnTo>
                    <a:close/>
                  </a:path>
                </a:pathLst>
              </a:custGeom>
              <a:solidFill>
                <a:srgbClr val="9BA4AB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答辩人：夏微凉</a:t>
                </a:r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16B8A7A2-B512-48E1-9A4B-0A5782E9659C}"/>
                  </a:ext>
                </a:extLst>
              </p:cNvPr>
              <p:cNvSpPr/>
              <p:nvPr/>
            </p:nvSpPr>
            <p:spPr>
              <a:xfrm>
                <a:off x="-1" y="4326032"/>
                <a:ext cx="12171000" cy="2372141"/>
              </a:xfrm>
              <a:custGeom>
                <a:avLst/>
                <a:gdLst>
                  <a:gd name="connsiteX0" fmla="*/ 0 w 12171000"/>
                  <a:gd name="connsiteY0" fmla="*/ 1545168 h 2372141"/>
                  <a:gd name="connsiteX1" fmla="*/ 12171000 w 12171000"/>
                  <a:gd name="connsiteY1" fmla="*/ 0 h 2372141"/>
                  <a:gd name="connsiteX2" fmla="*/ 12171000 w 12171000"/>
                  <a:gd name="connsiteY2" fmla="*/ 1666170 h 2372141"/>
                  <a:gd name="connsiteX3" fmla="*/ 0 w 12171000"/>
                  <a:gd name="connsiteY3" fmla="*/ 1545168 h 2372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1000" h="2372141">
                    <a:moveTo>
                      <a:pt x="0" y="1545168"/>
                    </a:moveTo>
                    <a:cubicBezTo>
                      <a:pt x="0" y="1545168"/>
                      <a:pt x="5567117" y="3273205"/>
                      <a:pt x="12171000" y="0"/>
                    </a:cubicBezTo>
                    <a:lnTo>
                      <a:pt x="12171000" y="1666170"/>
                    </a:lnTo>
                    <a:cubicBezTo>
                      <a:pt x="12171000" y="1666233"/>
                      <a:pt x="4892539" y="3332403"/>
                      <a:pt x="0" y="1545168"/>
                    </a:cubicBezTo>
                    <a:close/>
                  </a:path>
                </a:pathLst>
              </a:custGeom>
              <a:solidFill>
                <a:srgbClr val="1E4D8A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毕业答辩模板</a:t>
                </a:r>
              </a:p>
            </p:txBody>
          </p:sp>
        </p:grpSp>
        <p:grpSp>
          <p:nvGrpSpPr>
            <p:cNvPr id="86" name="图形 162">
              <a:extLst>
                <a:ext uri="{FF2B5EF4-FFF2-40B4-BE49-F238E27FC236}">
                  <a16:creationId xmlns:a16="http://schemas.microsoft.com/office/drawing/2014/main" id="{12DCB4C9-3CE2-4892-8B4B-037049253461}"/>
                </a:ext>
              </a:extLst>
            </p:cNvPr>
            <p:cNvGrpSpPr/>
            <p:nvPr/>
          </p:nvGrpSpPr>
          <p:grpSpPr>
            <a:xfrm>
              <a:off x="-1" y="4277390"/>
              <a:ext cx="12171000" cy="2458941"/>
              <a:chOff x="-1" y="4277390"/>
              <a:chExt cx="12171000" cy="2458941"/>
            </a:xfrm>
            <a:solidFill>
              <a:srgbClr val="FFFFFF"/>
            </a:solidFill>
          </p:grpSpPr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9EA1C4FE-6BEC-45C0-835D-0F3B225C9831}"/>
                  </a:ext>
                </a:extLst>
              </p:cNvPr>
              <p:cNvSpPr/>
              <p:nvPr/>
            </p:nvSpPr>
            <p:spPr>
              <a:xfrm>
                <a:off x="-1" y="5871200"/>
                <a:ext cx="12171000" cy="865131"/>
              </a:xfrm>
              <a:custGeom>
                <a:avLst/>
                <a:gdLst>
                  <a:gd name="connsiteX0" fmla="*/ 5584968 w 12171000"/>
                  <a:gd name="connsiteY0" fmla="*/ 865131 h 865131"/>
                  <a:gd name="connsiteX1" fmla="*/ 8099598 w 12171000"/>
                  <a:gd name="connsiteY1" fmla="*/ 754494 h 865131"/>
                  <a:gd name="connsiteX2" fmla="*/ 10205079 w 12171000"/>
                  <a:gd name="connsiteY2" fmla="*/ 511156 h 865131"/>
                  <a:gd name="connsiteX3" fmla="*/ 12171000 w 12171000"/>
                  <a:gd name="connsiteY3" fmla="*/ 161568 h 865131"/>
                  <a:gd name="connsiteX4" fmla="*/ 12171000 w 12171000"/>
                  <a:gd name="connsiteY4" fmla="*/ 121065 h 865131"/>
                  <a:gd name="connsiteX5" fmla="*/ 5584968 w 12171000"/>
                  <a:gd name="connsiteY5" fmla="*/ 826981 h 865131"/>
                  <a:gd name="connsiteX6" fmla="*/ 0 w 12171000"/>
                  <a:gd name="connsiteY6" fmla="*/ 0 h 865131"/>
                  <a:gd name="connsiteX7" fmla="*/ 0 w 12171000"/>
                  <a:gd name="connsiteY7" fmla="*/ 44128 h 865131"/>
                  <a:gd name="connsiteX8" fmla="*/ 5584968 w 12171000"/>
                  <a:gd name="connsiteY8" fmla="*/ 865131 h 865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71000" h="865131">
                    <a:moveTo>
                      <a:pt x="5584968" y="865131"/>
                    </a:moveTo>
                    <a:cubicBezTo>
                      <a:pt x="6386530" y="865131"/>
                      <a:pt x="7232516" y="827934"/>
                      <a:pt x="8099598" y="754494"/>
                    </a:cubicBezTo>
                    <a:cubicBezTo>
                      <a:pt x="8793040" y="695806"/>
                      <a:pt x="9501392" y="613909"/>
                      <a:pt x="10205079" y="511156"/>
                    </a:cubicBezTo>
                    <a:cubicBezTo>
                      <a:pt x="11295195" y="352004"/>
                      <a:pt x="12039554" y="190754"/>
                      <a:pt x="12171000" y="161568"/>
                    </a:cubicBezTo>
                    <a:lnTo>
                      <a:pt x="12171000" y="121065"/>
                    </a:lnTo>
                    <a:cubicBezTo>
                      <a:pt x="12171000" y="121065"/>
                      <a:pt x="9087071" y="826981"/>
                      <a:pt x="5584968" y="826981"/>
                    </a:cubicBezTo>
                    <a:cubicBezTo>
                      <a:pt x="3706475" y="826981"/>
                      <a:pt x="1707997" y="623955"/>
                      <a:pt x="0" y="0"/>
                    </a:cubicBezTo>
                    <a:lnTo>
                      <a:pt x="0" y="44128"/>
                    </a:lnTo>
                    <a:cubicBezTo>
                      <a:pt x="1506466" y="588920"/>
                      <a:pt x="3385262" y="865131"/>
                      <a:pt x="5584968" y="8651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指导老师：******</a:t>
                </a:r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DC8BBED4-2077-46E1-87EC-FF332A9AF7A1}"/>
                  </a:ext>
                </a:extLst>
              </p:cNvPr>
              <p:cNvSpPr/>
              <p:nvPr/>
            </p:nvSpPr>
            <p:spPr>
              <a:xfrm>
                <a:off x="-1" y="4277390"/>
                <a:ext cx="12171000" cy="2049584"/>
              </a:xfrm>
              <a:custGeom>
                <a:avLst/>
                <a:gdLst>
                  <a:gd name="connsiteX0" fmla="*/ 12171000 w 12171000"/>
                  <a:gd name="connsiteY0" fmla="*/ 48642 h 2049584"/>
                  <a:gd name="connsiteX1" fmla="*/ 12171000 w 12171000"/>
                  <a:gd name="connsiteY1" fmla="*/ 0 h 2049584"/>
                  <a:gd name="connsiteX2" fmla="*/ 12133270 w 12171000"/>
                  <a:gd name="connsiteY2" fmla="*/ 18694 h 2049584"/>
                  <a:gd name="connsiteX3" fmla="*/ 9786701 w 12171000"/>
                  <a:gd name="connsiteY3" fmla="*/ 999549 h 2049584"/>
                  <a:gd name="connsiteX4" fmla="*/ 7582229 w 12171000"/>
                  <a:gd name="connsiteY4" fmla="*/ 1610088 h 2049584"/>
                  <a:gd name="connsiteX5" fmla="*/ 3791672 w 12171000"/>
                  <a:gd name="connsiteY5" fmla="*/ 2011434 h 2049584"/>
                  <a:gd name="connsiteX6" fmla="*/ 2230843 w 12171000"/>
                  <a:gd name="connsiteY6" fmla="*/ 1940855 h 2049584"/>
                  <a:gd name="connsiteX7" fmla="*/ 1044880 w 12171000"/>
                  <a:gd name="connsiteY7" fmla="*/ 1785581 h 2049584"/>
                  <a:gd name="connsiteX8" fmla="*/ 26979 w 12171000"/>
                  <a:gd name="connsiteY8" fmla="*/ 1559602 h 2049584"/>
                  <a:gd name="connsiteX9" fmla="*/ 0 w 12171000"/>
                  <a:gd name="connsiteY9" fmla="*/ 1591076 h 2049584"/>
                  <a:gd name="connsiteX10" fmla="*/ 0 w 12171000"/>
                  <a:gd name="connsiteY10" fmla="*/ 1593810 h 2049584"/>
                  <a:gd name="connsiteX11" fmla="*/ 3791571 w 12171000"/>
                  <a:gd name="connsiteY11" fmla="*/ 2049584 h 2049584"/>
                  <a:gd name="connsiteX12" fmla="*/ 12171000 w 12171000"/>
                  <a:gd name="connsiteY12" fmla="*/ 48642 h 20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71000" h="2049584">
                    <a:moveTo>
                      <a:pt x="12171000" y="48642"/>
                    </a:moveTo>
                    <a:lnTo>
                      <a:pt x="12171000" y="0"/>
                    </a:lnTo>
                    <a:lnTo>
                      <a:pt x="12133270" y="18694"/>
                    </a:lnTo>
                    <a:cubicBezTo>
                      <a:pt x="11368932" y="397531"/>
                      <a:pt x="10579438" y="727534"/>
                      <a:pt x="9786701" y="999549"/>
                    </a:cubicBezTo>
                    <a:cubicBezTo>
                      <a:pt x="9064251" y="1247465"/>
                      <a:pt x="8322530" y="1452843"/>
                      <a:pt x="7582229" y="1610088"/>
                    </a:cubicBezTo>
                    <a:cubicBezTo>
                      <a:pt x="6328210" y="1876444"/>
                      <a:pt x="5052892" y="2011434"/>
                      <a:pt x="3791672" y="2011434"/>
                    </a:cubicBezTo>
                    <a:cubicBezTo>
                      <a:pt x="3265682" y="2011434"/>
                      <a:pt x="2740605" y="1987717"/>
                      <a:pt x="2230843" y="1940855"/>
                    </a:cubicBezTo>
                    <a:cubicBezTo>
                      <a:pt x="1822912" y="1903404"/>
                      <a:pt x="1423906" y="1851137"/>
                      <a:pt x="1044880" y="1785581"/>
                    </a:cubicBezTo>
                    <a:cubicBezTo>
                      <a:pt x="399107" y="1673927"/>
                      <a:pt x="30630" y="1560746"/>
                      <a:pt x="26979" y="1559602"/>
                    </a:cubicBezTo>
                    <a:lnTo>
                      <a:pt x="0" y="1591076"/>
                    </a:lnTo>
                    <a:lnTo>
                      <a:pt x="0" y="1593810"/>
                    </a:lnTo>
                    <a:cubicBezTo>
                      <a:pt x="0" y="1593810"/>
                      <a:pt x="1468735" y="2049584"/>
                      <a:pt x="3791571" y="2049584"/>
                    </a:cubicBezTo>
                    <a:cubicBezTo>
                      <a:pt x="5991885" y="2049584"/>
                      <a:pt x="8958566" y="1640927"/>
                      <a:pt x="12171000" y="486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JIAN YUE LAN SE BI YE DA BIAN MO BAN</a:t>
                </a:r>
              </a:p>
            </p:txBody>
          </p:sp>
        </p:grpSp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AE8A9457-FA73-48C6-844A-162C0F0124E0}"/>
              </a:ext>
            </a:extLst>
          </p:cNvPr>
          <p:cNvSpPr txBox="1"/>
          <p:nvPr/>
        </p:nvSpPr>
        <p:spPr>
          <a:xfrm>
            <a:off x="2364551" y="3840463"/>
            <a:ext cx="3127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50824FA-4CD8-4A74-828B-4E80798A822C}"/>
              </a:ext>
            </a:extLst>
          </p:cNvPr>
          <p:cNvSpPr txBox="1"/>
          <p:nvPr/>
        </p:nvSpPr>
        <p:spPr>
          <a:xfrm>
            <a:off x="2364553" y="2916825"/>
            <a:ext cx="3317240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endParaRPr lang="zh-CN" altLang="en-US" sz="1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4FE330A-E8A0-42F7-BF60-76AEB533F96E}"/>
              </a:ext>
            </a:extLst>
          </p:cNvPr>
          <p:cNvSpPr txBox="1"/>
          <p:nvPr/>
        </p:nvSpPr>
        <p:spPr>
          <a:xfrm>
            <a:off x="2364552" y="4237145"/>
            <a:ext cx="3317240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endParaRPr lang="zh-CN" altLang="en-US" sz="1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AD30180-CC75-4593-9C13-DAAC6233E6D9}"/>
              </a:ext>
            </a:extLst>
          </p:cNvPr>
          <p:cNvSpPr txBox="1"/>
          <p:nvPr/>
        </p:nvSpPr>
        <p:spPr>
          <a:xfrm>
            <a:off x="7153030" y="2555235"/>
            <a:ext cx="2849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7F2F7D1-C876-4C25-B97E-A52797267845}"/>
              </a:ext>
            </a:extLst>
          </p:cNvPr>
          <p:cNvSpPr txBox="1"/>
          <p:nvPr/>
        </p:nvSpPr>
        <p:spPr>
          <a:xfrm>
            <a:off x="7153030" y="2931531"/>
            <a:ext cx="2684861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dist" fontAlgn="auto">
              <a:lnSpc>
                <a:spcPct val="200000"/>
              </a:lnSpc>
            </a:pPr>
            <a:endParaRPr lang="zh-CN" altLang="en-US" sz="1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60F7BCB-8D7E-496D-AA31-B8CFF8935A57}"/>
              </a:ext>
            </a:extLst>
          </p:cNvPr>
          <p:cNvSpPr txBox="1"/>
          <p:nvPr/>
        </p:nvSpPr>
        <p:spPr>
          <a:xfrm>
            <a:off x="7153030" y="4270899"/>
            <a:ext cx="3317240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94F9234-E427-44AA-8388-F604DBD5FC0A}"/>
              </a:ext>
            </a:extLst>
          </p:cNvPr>
          <p:cNvGrpSpPr/>
          <p:nvPr/>
        </p:nvGrpSpPr>
        <p:grpSpPr>
          <a:xfrm>
            <a:off x="555273" y="294467"/>
            <a:ext cx="2273698" cy="1290245"/>
            <a:chOff x="7678" y="1547"/>
            <a:chExt cx="3994" cy="2266"/>
          </a:xfrm>
        </p:grpSpPr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8E31EC3D-2840-4D20-A3EC-4CE03C0E4F8C}"/>
                </a:ext>
              </a:extLst>
            </p:cNvPr>
            <p:cNvSpPr txBox="1"/>
            <p:nvPr/>
          </p:nvSpPr>
          <p:spPr>
            <a:xfrm>
              <a:off x="7678" y="1547"/>
              <a:ext cx="3994" cy="1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1C0E76C5-7CA8-49E5-BACE-DFDAB498C93B}"/>
                </a:ext>
              </a:extLst>
            </p:cNvPr>
            <p:cNvSpPr txBox="1"/>
            <p:nvPr/>
          </p:nvSpPr>
          <p:spPr>
            <a:xfrm>
              <a:off x="7788" y="3399"/>
              <a:ext cx="3189" cy="4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dist"/>
            </a:p>
          </p:txBody>
        </p:sp>
      </p:grpSp>
      <p:sp>
        <p:nvSpPr>
          <p:cNvPr id="103" name="圆角矩形 9">
            <a:extLst>
              <a:ext uri="{FF2B5EF4-FFF2-40B4-BE49-F238E27FC236}">
                <a16:creationId xmlns:a16="http://schemas.microsoft.com/office/drawing/2014/main" id="{982FD995-E405-4C31-9900-4FCA37A32FE5}"/>
              </a:ext>
            </a:extLst>
          </p:cNvPr>
          <p:cNvSpPr/>
          <p:nvPr/>
        </p:nvSpPr>
        <p:spPr>
          <a:xfrm>
            <a:off x="1492253" y="2526200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圆角矩形 10">
            <a:extLst>
              <a:ext uri="{FF2B5EF4-FFF2-40B4-BE49-F238E27FC236}">
                <a16:creationId xmlns:a16="http://schemas.microsoft.com/office/drawing/2014/main" id="{F2FCB63F-B119-43CF-9139-E1AFC3C76759}"/>
              </a:ext>
            </a:extLst>
          </p:cNvPr>
          <p:cNvSpPr/>
          <p:nvPr/>
        </p:nvSpPr>
        <p:spPr>
          <a:xfrm>
            <a:off x="1492253" y="3825630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圆角矩形 11">
            <a:extLst>
              <a:ext uri="{FF2B5EF4-FFF2-40B4-BE49-F238E27FC236}">
                <a16:creationId xmlns:a16="http://schemas.microsoft.com/office/drawing/2014/main" id="{F2F6AF64-5D3D-4CCF-874A-BEB9892E882F}"/>
              </a:ext>
            </a:extLst>
          </p:cNvPr>
          <p:cNvSpPr/>
          <p:nvPr/>
        </p:nvSpPr>
        <p:spPr>
          <a:xfrm>
            <a:off x="6300860" y="2551066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圆角矩形 12">
            <a:extLst>
              <a:ext uri="{FF2B5EF4-FFF2-40B4-BE49-F238E27FC236}">
                <a16:creationId xmlns:a16="http://schemas.microsoft.com/office/drawing/2014/main" id="{3E1E18A5-E53C-4428-8DC9-DA477862BA90}"/>
              </a:ext>
            </a:extLst>
          </p:cNvPr>
          <p:cNvSpPr/>
          <p:nvPr/>
        </p:nvSpPr>
        <p:spPr>
          <a:xfrm>
            <a:off x="6300860" y="3850496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2C191888-104F-4B48-92B4-C8052F47D82F}"/>
              </a:ext>
            </a:extLst>
          </p:cNvPr>
          <p:cNvCxnSpPr>
            <a:cxnSpLocks/>
          </p:cNvCxnSpPr>
          <p:nvPr/>
        </p:nvCxnSpPr>
        <p:spPr>
          <a:xfrm>
            <a:off x="2586451" y="831998"/>
            <a:ext cx="9038575" cy="0"/>
          </a:xfrm>
          <a:prstGeom prst="line">
            <a:avLst/>
          </a:prstGeom>
          <a:ln>
            <a:solidFill>
              <a:srgbClr val="1E4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93FFBBEF-C2BC-42FC-921F-8C6B20FABE52}"/>
              </a:ext>
            </a:extLst>
          </p:cNvPr>
          <p:cNvSpPr txBox="1"/>
          <p:nvPr/>
        </p:nvSpPr>
        <p:spPr>
          <a:xfrm>
            <a:off x="2364551" y="2543573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毕业答辩模板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81CD511-6D8D-4839-9771-56E68F5C4DAE}"/>
              </a:ext>
            </a:extLst>
          </p:cNvPr>
          <p:cNvSpPr txBox="1"/>
          <p:nvPr/>
        </p:nvSpPr>
        <p:spPr>
          <a:xfrm>
            <a:off x="7153030" y="3864118"/>
            <a:ext cx="3854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班级：经济管理学院2班</a:t>
            </a:r>
          </a:p>
        </p:txBody>
      </p:sp>
    </p:spTree>
    <p:extLst>
      <p:ext uri="{BB962C8B-B14F-4D97-AF65-F5344CB8AC3E}">
        <p14:creationId xmlns:p14="http://schemas.microsoft.com/office/powerpoint/2010/main" val="160103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92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97"/>
                            </p:tgtEl>
                          </p:cBhvr>
                        </p:animEffec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" dur="500"/>
                            <p:tgtEl>
                              <p:spTgt spid="91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88"/>
                            </p:tgtEl>
                          </p:cBhvr>
                        </p:animEffect>
                        <p:set>
                          <p:cBhvr>
                            <p:cTn id="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90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00"/>
                            <p:tgtEl>
                              <p:spTgt spid="89"/>
                            </p:tgtEl>
                          </p:cBhvr>
                        </p:animEffec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8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7" grpId="0"/>
      <p:bldP spid="91" grpId="0"/>
      <p:bldP spid="88" grpId="0"/>
      <p:bldP spid="90" grpId="0"/>
      <p:bldP spid="89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图形 162">
            <a:extLst>
              <a:ext uri="{FF2B5EF4-FFF2-40B4-BE49-F238E27FC236}">
                <a16:creationId xmlns:a16="http://schemas.microsoft.com/office/drawing/2014/main" id="{5FC5CCD7-3318-4945-9ECB-638B233AC6FE}"/>
              </a:ext>
            </a:extLst>
          </p:cNvPr>
          <p:cNvGrpSpPr/>
          <p:nvPr/>
        </p:nvGrpSpPr>
        <p:grpSpPr>
          <a:xfrm>
            <a:off x="-1" y="3665688"/>
            <a:ext cx="12195913" cy="3230412"/>
            <a:chOff x="-1" y="3665688"/>
            <a:chExt cx="12174904" cy="3230412"/>
          </a:xfrm>
        </p:grpSpPr>
        <p:grpSp>
          <p:nvGrpSpPr>
            <p:cNvPr id="5" name="图形 162">
              <a:extLst>
                <a:ext uri="{FF2B5EF4-FFF2-40B4-BE49-F238E27FC236}">
                  <a16:creationId xmlns:a16="http://schemas.microsoft.com/office/drawing/2014/main" id="{AA529CDC-299C-49F0-8951-E75979885E04}"/>
                </a:ext>
              </a:extLst>
            </p:cNvPr>
            <p:cNvGrpSpPr/>
            <p:nvPr/>
          </p:nvGrpSpPr>
          <p:grpSpPr>
            <a:xfrm>
              <a:off x="-1" y="3665688"/>
              <a:ext cx="12174904" cy="3230412"/>
              <a:chOff x="-1" y="3665688"/>
              <a:chExt cx="12174904" cy="3230412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A589CAED-4BE9-4AB4-8D5D-5E26F8753278}"/>
                  </a:ext>
                </a:extLst>
              </p:cNvPr>
              <p:cNvSpPr/>
              <p:nvPr/>
            </p:nvSpPr>
            <p:spPr>
              <a:xfrm>
                <a:off x="-1" y="5871200"/>
                <a:ext cx="12171000" cy="1013028"/>
              </a:xfrm>
              <a:custGeom>
                <a:avLst/>
                <a:gdLst>
                  <a:gd name="connsiteX0" fmla="*/ 12171000 w 12171000"/>
                  <a:gd name="connsiteY0" fmla="*/ 1013029 h 1013028"/>
                  <a:gd name="connsiteX1" fmla="*/ 12171000 w 12171000"/>
                  <a:gd name="connsiteY1" fmla="*/ 121065 h 1013028"/>
                  <a:gd name="connsiteX2" fmla="*/ 0 w 12171000"/>
                  <a:gd name="connsiteY2" fmla="*/ 0 h 1013028"/>
                  <a:gd name="connsiteX3" fmla="*/ 0 w 12171000"/>
                  <a:gd name="connsiteY3" fmla="*/ 1013029 h 1013028"/>
                  <a:gd name="connsiteX4" fmla="*/ 12171000 w 12171000"/>
                  <a:gd name="connsiteY4" fmla="*/ 1013029 h 1013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71000" h="1013028">
                    <a:moveTo>
                      <a:pt x="12171000" y="1013029"/>
                    </a:moveTo>
                    <a:lnTo>
                      <a:pt x="12171000" y="121065"/>
                    </a:lnTo>
                    <a:cubicBezTo>
                      <a:pt x="12171000" y="121065"/>
                      <a:pt x="4892539" y="1787234"/>
                      <a:pt x="0" y="0"/>
                    </a:cubicBezTo>
                    <a:lnTo>
                      <a:pt x="0" y="1013029"/>
                    </a:lnTo>
                    <a:lnTo>
                      <a:pt x="12171000" y="1013029"/>
                    </a:lnTo>
                    <a:close/>
                  </a:path>
                </a:pathLst>
              </a:custGeom>
              <a:solidFill>
                <a:srgbClr val="D8D9DD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国内外相关研究综述</a:t>
                </a:r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BFFED4DE-FDA2-4AE3-AA4F-C36DC1C2378A}"/>
                  </a:ext>
                </a:extLst>
              </p:cNvPr>
              <p:cNvSpPr/>
              <p:nvPr/>
            </p:nvSpPr>
            <p:spPr>
              <a:xfrm>
                <a:off x="6021956" y="3665688"/>
                <a:ext cx="6152947" cy="3230412"/>
              </a:xfrm>
              <a:custGeom>
                <a:avLst/>
                <a:gdLst>
                  <a:gd name="connsiteX0" fmla="*/ 6152948 w 6152947"/>
                  <a:gd name="connsiteY0" fmla="*/ 0 h 3230412"/>
                  <a:gd name="connsiteX1" fmla="*/ 0 w 6152947"/>
                  <a:gd name="connsiteY1" fmla="*/ 3227234 h 3230412"/>
                  <a:gd name="connsiteX2" fmla="*/ 6152948 w 6152947"/>
                  <a:gd name="connsiteY2" fmla="*/ 3230413 h 3230412"/>
                  <a:gd name="connsiteX3" fmla="*/ 6152948 w 6152947"/>
                  <a:gd name="connsiteY3" fmla="*/ 0 h 3230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52947" h="3230412">
                    <a:moveTo>
                      <a:pt x="6152948" y="0"/>
                    </a:moveTo>
                    <a:cubicBezTo>
                      <a:pt x="6152948" y="0"/>
                      <a:pt x="4167148" y="2598001"/>
                      <a:pt x="0" y="3227234"/>
                    </a:cubicBezTo>
                    <a:lnTo>
                      <a:pt x="6152948" y="3230413"/>
                    </a:lnTo>
                    <a:lnTo>
                      <a:pt x="6152948" y="0"/>
                    </a:lnTo>
                    <a:close/>
                  </a:path>
                </a:pathLst>
              </a:custGeom>
              <a:solidFill>
                <a:srgbClr val="9BA4AB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研究意义</a:t>
                </a:r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C900B1B2-5ED4-44E2-9263-6B8F4A4BA794}"/>
                  </a:ext>
                </a:extLst>
              </p:cNvPr>
              <p:cNvSpPr/>
              <p:nvPr/>
            </p:nvSpPr>
            <p:spPr>
              <a:xfrm>
                <a:off x="-1" y="4326032"/>
                <a:ext cx="12171000" cy="2372141"/>
              </a:xfrm>
              <a:custGeom>
                <a:avLst/>
                <a:gdLst>
                  <a:gd name="connsiteX0" fmla="*/ 0 w 12171000"/>
                  <a:gd name="connsiteY0" fmla="*/ 1545168 h 2372141"/>
                  <a:gd name="connsiteX1" fmla="*/ 12171000 w 12171000"/>
                  <a:gd name="connsiteY1" fmla="*/ 0 h 2372141"/>
                  <a:gd name="connsiteX2" fmla="*/ 12171000 w 12171000"/>
                  <a:gd name="connsiteY2" fmla="*/ 1666170 h 2372141"/>
                  <a:gd name="connsiteX3" fmla="*/ 0 w 12171000"/>
                  <a:gd name="connsiteY3" fmla="*/ 1545168 h 2372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1000" h="2372141">
                    <a:moveTo>
                      <a:pt x="0" y="1545168"/>
                    </a:moveTo>
                    <a:cubicBezTo>
                      <a:pt x="0" y="1545168"/>
                      <a:pt x="5567117" y="3273205"/>
                      <a:pt x="12171000" y="0"/>
                    </a:cubicBezTo>
                    <a:lnTo>
                      <a:pt x="12171000" y="1666170"/>
                    </a:lnTo>
                    <a:cubicBezTo>
                      <a:pt x="12171000" y="1666233"/>
                      <a:pt x="4892539" y="3332403"/>
                      <a:pt x="0" y="1545168"/>
                    </a:cubicBezTo>
                    <a:close/>
                  </a:path>
                </a:pathLst>
              </a:custGeom>
              <a:solidFill>
                <a:srgbClr val="1E4D8A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研究背景及意义</a:t>
                </a:r>
              </a:p>
            </p:txBody>
          </p:sp>
        </p:grpSp>
        <p:grpSp>
          <p:nvGrpSpPr>
            <p:cNvPr id="6" name="图形 162">
              <a:extLst>
                <a:ext uri="{FF2B5EF4-FFF2-40B4-BE49-F238E27FC236}">
                  <a16:creationId xmlns:a16="http://schemas.microsoft.com/office/drawing/2014/main" id="{8DC4E001-F80C-4D01-9D1B-29576C6FE72B}"/>
                </a:ext>
              </a:extLst>
            </p:cNvPr>
            <p:cNvGrpSpPr/>
            <p:nvPr/>
          </p:nvGrpSpPr>
          <p:grpSpPr>
            <a:xfrm>
              <a:off x="-1" y="4277390"/>
              <a:ext cx="12171000" cy="2458941"/>
              <a:chOff x="-1" y="4277390"/>
              <a:chExt cx="12171000" cy="2458941"/>
            </a:xfrm>
            <a:solidFill>
              <a:srgbClr val="FFFFFF"/>
            </a:solidFill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A2F51667-50DA-4126-9FF0-578C5BB9E00B}"/>
                  </a:ext>
                </a:extLst>
              </p:cNvPr>
              <p:cNvSpPr/>
              <p:nvPr/>
            </p:nvSpPr>
            <p:spPr>
              <a:xfrm>
                <a:off x="-1" y="5871200"/>
                <a:ext cx="12171000" cy="865131"/>
              </a:xfrm>
              <a:custGeom>
                <a:avLst/>
                <a:gdLst>
                  <a:gd name="connsiteX0" fmla="*/ 5584968 w 12171000"/>
                  <a:gd name="connsiteY0" fmla="*/ 865131 h 865131"/>
                  <a:gd name="connsiteX1" fmla="*/ 8099598 w 12171000"/>
                  <a:gd name="connsiteY1" fmla="*/ 754494 h 865131"/>
                  <a:gd name="connsiteX2" fmla="*/ 10205079 w 12171000"/>
                  <a:gd name="connsiteY2" fmla="*/ 511156 h 865131"/>
                  <a:gd name="connsiteX3" fmla="*/ 12171000 w 12171000"/>
                  <a:gd name="connsiteY3" fmla="*/ 161568 h 865131"/>
                  <a:gd name="connsiteX4" fmla="*/ 12171000 w 12171000"/>
                  <a:gd name="connsiteY4" fmla="*/ 121065 h 865131"/>
                  <a:gd name="connsiteX5" fmla="*/ 5584968 w 12171000"/>
                  <a:gd name="connsiteY5" fmla="*/ 826981 h 865131"/>
                  <a:gd name="connsiteX6" fmla="*/ 0 w 12171000"/>
                  <a:gd name="connsiteY6" fmla="*/ 0 h 865131"/>
                  <a:gd name="connsiteX7" fmla="*/ 0 w 12171000"/>
                  <a:gd name="connsiteY7" fmla="*/ 44128 h 865131"/>
                  <a:gd name="connsiteX8" fmla="*/ 5584968 w 12171000"/>
                  <a:gd name="connsiteY8" fmla="*/ 865131 h 865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71000" h="865131">
                    <a:moveTo>
                      <a:pt x="5584968" y="865131"/>
                    </a:moveTo>
                    <a:cubicBezTo>
                      <a:pt x="6386530" y="865131"/>
                      <a:pt x="7232516" y="827934"/>
                      <a:pt x="8099598" y="754494"/>
                    </a:cubicBezTo>
                    <a:cubicBezTo>
                      <a:pt x="8793040" y="695806"/>
                      <a:pt x="9501392" y="613909"/>
                      <a:pt x="10205079" y="511156"/>
                    </a:cubicBezTo>
                    <a:cubicBezTo>
                      <a:pt x="11295195" y="352004"/>
                      <a:pt x="12039554" y="190754"/>
                      <a:pt x="12171000" y="161568"/>
                    </a:cubicBezTo>
                    <a:lnTo>
                      <a:pt x="12171000" y="121065"/>
                    </a:lnTo>
                    <a:cubicBezTo>
                      <a:pt x="12171000" y="121065"/>
                      <a:pt x="9087071" y="826981"/>
                      <a:pt x="5584968" y="826981"/>
                    </a:cubicBezTo>
                    <a:cubicBezTo>
                      <a:pt x="3706475" y="826981"/>
                      <a:pt x="1707997" y="623955"/>
                      <a:pt x="0" y="0"/>
                    </a:cubicBezTo>
                    <a:lnTo>
                      <a:pt x="0" y="44128"/>
                    </a:lnTo>
                    <a:cubicBezTo>
                      <a:pt x="1506466" y="588920"/>
                      <a:pt x="3385262" y="865131"/>
                      <a:pt x="5584968" y="8651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贡献创新</a:t>
                </a:r>
              </a:p>
            </p:txBody>
          </p: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A803A5D5-B3FC-4219-AF4B-EA63B9E3257E}"/>
                  </a:ext>
                </a:extLst>
              </p:cNvPr>
              <p:cNvSpPr/>
              <p:nvPr/>
            </p:nvSpPr>
            <p:spPr>
              <a:xfrm>
                <a:off x="-1" y="4277390"/>
                <a:ext cx="12171000" cy="2049584"/>
              </a:xfrm>
              <a:custGeom>
                <a:avLst/>
                <a:gdLst>
                  <a:gd name="connsiteX0" fmla="*/ 12171000 w 12171000"/>
                  <a:gd name="connsiteY0" fmla="*/ 48642 h 2049584"/>
                  <a:gd name="connsiteX1" fmla="*/ 12171000 w 12171000"/>
                  <a:gd name="connsiteY1" fmla="*/ 0 h 2049584"/>
                  <a:gd name="connsiteX2" fmla="*/ 12133270 w 12171000"/>
                  <a:gd name="connsiteY2" fmla="*/ 18694 h 2049584"/>
                  <a:gd name="connsiteX3" fmla="*/ 9786701 w 12171000"/>
                  <a:gd name="connsiteY3" fmla="*/ 999549 h 2049584"/>
                  <a:gd name="connsiteX4" fmla="*/ 7582229 w 12171000"/>
                  <a:gd name="connsiteY4" fmla="*/ 1610088 h 2049584"/>
                  <a:gd name="connsiteX5" fmla="*/ 3791672 w 12171000"/>
                  <a:gd name="connsiteY5" fmla="*/ 2011434 h 2049584"/>
                  <a:gd name="connsiteX6" fmla="*/ 2230843 w 12171000"/>
                  <a:gd name="connsiteY6" fmla="*/ 1940855 h 2049584"/>
                  <a:gd name="connsiteX7" fmla="*/ 1044880 w 12171000"/>
                  <a:gd name="connsiteY7" fmla="*/ 1785581 h 2049584"/>
                  <a:gd name="connsiteX8" fmla="*/ 26979 w 12171000"/>
                  <a:gd name="connsiteY8" fmla="*/ 1559602 h 2049584"/>
                  <a:gd name="connsiteX9" fmla="*/ 0 w 12171000"/>
                  <a:gd name="connsiteY9" fmla="*/ 1591076 h 2049584"/>
                  <a:gd name="connsiteX10" fmla="*/ 0 w 12171000"/>
                  <a:gd name="connsiteY10" fmla="*/ 1593810 h 2049584"/>
                  <a:gd name="connsiteX11" fmla="*/ 3791571 w 12171000"/>
                  <a:gd name="connsiteY11" fmla="*/ 2049584 h 2049584"/>
                  <a:gd name="connsiteX12" fmla="*/ 12171000 w 12171000"/>
                  <a:gd name="connsiteY12" fmla="*/ 48642 h 20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71000" h="2049584">
                    <a:moveTo>
                      <a:pt x="12171000" y="48642"/>
                    </a:moveTo>
                    <a:lnTo>
                      <a:pt x="12171000" y="0"/>
                    </a:lnTo>
                    <a:lnTo>
                      <a:pt x="12133270" y="18694"/>
                    </a:lnTo>
                    <a:cubicBezTo>
                      <a:pt x="11368932" y="397531"/>
                      <a:pt x="10579438" y="727534"/>
                      <a:pt x="9786701" y="999549"/>
                    </a:cubicBezTo>
                    <a:cubicBezTo>
                      <a:pt x="9064251" y="1247465"/>
                      <a:pt x="8322530" y="1452843"/>
                      <a:pt x="7582229" y="1610088"/>
                    </a:cubicBezTo>
                    <a:cubicBezTo>
                      <a:pt x="6328210" y="1876444"/>
                      <a:pt x="5052892" y="2011434"/>
                      <a:pt x="3791672" y="2011434"/>
                    </a:cubicBezTo>
                    <a:cubicBezTo>
                      <a:pt x="3265682" y="2011434"/>
                      <a:pt x="2740605" y="1987717"/>
                      <a:pt x="2230843" y="1940855"/>
                    </a:cubicBezTo>
                    <a:cubicBezTo>
                      <a:pt x="1822912" y="1903404"/>
                      <a:pt x="1423906" y="1851137"/>
                      <a:pt x="1044880" y="1785581"/>
                    </a:cubicBezTo>
                    <a:cubicBezTo>
                      <a:pt x="399107" y="1673927"/>
                      <a:pt x="30630" y="1560746"/>
                      <a:pt x="26979" y="1559602"/>
                    </a:cubicBezTo>
                    <a:lnTo>
                      <a:pt x="0" y="1591076"/>
                    </a:lnTo>
                    <a:lnTo>
                      <a:pt x="0" y="1593810"/>
                    </a:lnTo>
                    <a:cubicBezTo>
                      <a:pt x="0" y="1593810"/>
                      <a:pt x="1468735" y="2049584"/>
                      <a:pt x="3791571" y="2049584"/>
                    </a:cubicBezTo>
                    <a:cubicBezTo>
                      <a:pt x="5991885" y="2049584"/>
                      <a:pt x="8958566" y="1640927"/>
                      <a:pt x="12171000" y="486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r>
                  <a:t>选题背景</a:t>
                </a:r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B5AEBA6-AFC6-431C-B676-00B8749AAB89}"/>
              </a:ext>
            </a:extLst>
          </p:cNvPr>
          <p:cNvSpPr txBox="1"/>
          <p:nvPr/>
        </p:nvSpPr>
        <p:spPr>
          <a:xfrm>
            <a:off x="2941576" y="3892019"/>
            <a:ext cx="6152946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endParaRPr lang="zh-CN" altLang="en-US" sz="2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圆角矩形 9">
            <a:extLst>
              <a:ext uri="{FF2B5EF4-FFF2-40B4-BE49-F238E27FC236}">
                <a16:creationId xmlns:a16="http://schemas.microsoft.com/office/drawing/2014/main" id="{B981601E-D4D9-4BED-A028-ABEE433D8ED2}"/>
              </a:ext>
            </a:extLst>
          </p:cNvPr>
          <p:cNvSpPr/>
          <p:nvPr/>
        </p:nvSpPr>
        <p:spPr>
          <a:xfrm>
            <a:off x="5244634" y="1565518"/>
            <a:ext cx="1546830" cy="1546830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研究背景及意义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813F37-A70A-4BFA-82EC-B790EC419FEB}"/>
              </a:ext>
            </a:extLst>
          </p:cNvPr>
          <p:cNvSpPr txBox="1"/>
          <p:nvPr/>
        </p:nvSpPr>
        <p:spPr>
          <a:xfrm>
            <a:off x="3104575" y="3260245"/>
            <a:ext cx="5826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353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</p:spTree>
    <p:extLst>
      <p:ext uri="{BB962C8B-B14F-4D97-AF65-F5344CB8AC3E}">
        <p14:creationId xmlns:p14="http://schemas.microsoft.com/office/powerpoint/2010/main" val="351847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"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1" grpId="0"/>
      <p:bldP spid="8" grpId="0"/>
      <p:bldP spid="10" grpId="0"/>
      <p:bldP spid="9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7B2D4B5-1E6D-4CDC-9AB9-568B24938B72}"/>
              </a:ext>
            </a:extLst>
          </p:cNvPr>
          <p:cNvSpPr txBox="1"/>
          <p:nvPr/>
        </p:nvSpPr>
        <p:spPr>
          <a:xfrm>
            <a:off x="1335851" y="359173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04AECB-41B2-45C8-8403-A94ECA131EB1}"/>
              </a:ext>
            </a:extLst>
          </p:cNvPr>
          <p:cNvSpPr txBox="1"/>
          <p:nvPr/>
        </p:nvSpPr>
        <p:spPr>
          <a:xfrm>
            <a:off x="1335853" y="732425"/>
            <a:ext cx="3317240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endParaRPr lang="zh-CN" altLang="en-US" sz="1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7" name="圆角矩形 9">
            <a:extLst>
              <a:ext uri="{FF2B5EF4-FFF2-40B4-BE49-F238E27FC236}">
                <a16:creationId xmlns:a16="http://schemas.microsoft.com/office/drawing/2014/main" id="{E7B77960-23B9-4F82-985C-2E9D8207CD18}"/>
              </a:ext>
            </a:extLst>
          </p:cNvPr>
          <p:cNvSpPr/>
          <p:nvPr/>
        </p:nvSpPr>
        <p:spPr>
          <a:xfrm>
            <a:off x="463553" y="341800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D130156-2C81-4B45-82E7-0B93F50F2FD8}"/>
              </a:ext>
            </a:extLst>
          </p:cNvPr>
          <p:cNvCxnSpPr>
            <a:cxnSpLocks/>
          </p:cNvCxnSpPr>
          <p:nvPr/>
        </p:nvCxnSpPr>
        <p:spPr>
          <a:xfrm>
            <a:off x="4360993" y="590698"/>
            <a:ext cx="7513507" cy="0"/>
          </a:xfrm>
          <a:prstGeom prst="line">
            <a:avLst/>
          </a:prstGeom>
          <a:ln>
            <a:solidFill>
              <a:srgbClr val="1E4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books-desk-lamp-984545">
            <a:extLst>
              <a:ext uri="{FF2B5EF4-FFF2-40B4-BE49-F238E27FC236}">
                <a16:creationId xmlns:a16="http://schemas.microsoft.com/office/drawing/2014/main" id="{7E14C354-9798-4430-A67F-6EDF50A41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81" t="21767"/>
          <a:stretch>
            <a:fillRect/>
          </a:stretch>
        </p:blipFill>
        <p:spPr>
          <a:xfrm>
            <a:off x="772160" y="1890395"/>
            <a:ext cx="5154295" cy="394398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8EC2C39-C830-4BDC-9121-2E88624DA81F}"/>
              </a:ext>
            </a:extLst>
          </p:cNvPr>
          <p:cNvSpPr/>
          <p:nvPr/>
        </p:nvSpPr>
        <p:spPr>
          <a:xfrm>
            <a:off x="6070600" y="1890395"/>
            <a:ext cx="5498465" cy="1182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研究思路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E92787-C83F-4CCD-AF94-27F0790F96E8}"/>
              </a:ext>
            </a:extLst>
          </p:cNvPr>
          <p:cNvSpPr/>
          <p:nvPr/>
        </p:nvSpPr>
        <p:spPr>
          <a:xfrm>
            <a:off x="6070600" y="3270885"/>
            <a:ext cx="5498465" cy="1182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理论基础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12EF1F-BB8C-47D3-8784-DFF2ADFA4E2D}"/>
              </a:ext>
            </a:extLst>
          </p:cNvPr>
          <p:cNvSpPr/>
          <p:nvPr/>
        </p:nvSpPr>
        <p:spPr>
          <a:xfrm>
            <a:off x="6076950" y="4652010"/>
            <a:ext cx="5498465" cy="1182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研究方法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E4AFF4-6553-469C-9E94-FBC82C500EF8}"/>
              </a:ext>
            </a:extLst>
          </p:cNvPr>
          <p:cNvSpPr/>
          <p:nvPr/>
        </p:nvSpPr>
        <p:spPr>
          <a:xfrm>
            <a:off x="6076950" y="1890395"/>
            <a:ext cx="1191895" cy="1191895"/>
          </a:xfrm>
          <a:prstGeom prst="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9ECEFB-CFC2-48C5-B0AA-084DC4EA2C84}"/>
              </a:ext>
            </a:extLst>
          </p:cNvPr>
          <p:cNvSpPr/>
          <p:nvPr/>
        </p:nvSpPr>
        <p:spPr>
          <a:xfrm>
            <a:off x="6076950" y="3265805"/>
            <a:ext cx="1191895" cy="1191895"/>
          </a:xfrm>
          <a:prstGeom prst="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B31A9C-AD27-4BBA-86BA-4C33364F8E0F}"/>
              </a:ext>
            </a:extLst>
          </p:cNvPr>
          <p:cNvSpPr/>
          <p:nvPr/>
        </p:nvSpPr>
        <p:spPr>
          <a:xfrm>
            <a:off x="6076950" y="4652010"/>
            <a:ext cx="1191895" cy="1191895"/>
          </a:xfrm>
          <a:prstGeom prst="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D4A1390-F08E-48E8-8B24-A8DB2E737437}"/>
              </a:ext>
            </a:extLst>
          </p:cNvPr>
          <p:cNvGrpSpPr/>
          <p:nvPr/>
        </p:nvGrpSpPr>
        <p:grpSpPr>
          <a:xfrm>
            <a:off x="6376670" y="2317115"/>
            <a:ext cx="539750" cy="469900"/>
            <a:chOff x="9458" y="6198"/>
            <a:chExt cx="700" cy="609"/>
          </a:xfrm>
          <a:solidFill>
            <a:schemeClr val="bg1"/>
          </a:solidFill>
        </p:grpSpPr>
        <p:sp>
          <p:nvSpPr>
            <p:cNvPr id="20" name="AutoShape 43">
              <a:extLst>
                <a:ext uri="{FF2B5EF4-FFF2-40B4-BE49-F238E27FC236}">
                  <a16:creationId xmlns:a16="http://schemas.microsoft.com/office/drawing/2014/main" id="{5F29F485-8860-4EAE-8F11-5456E25A72EE}"/>
                </a:ext>
              </a:extLst>
            </p:cNvPr>
            <p:cNvSpPr/>
            <p:nvPr/>
          </p:nvSpPr>
          <p:spPr bwMode="auto">
            <a:xfrm>
              <a:off x="9458" y="6198"/>
              <a:ext cx="700" cy="5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1" name="AutoShape 44">
              <a:extLst>
                <a:ext uri="{FF2B5EF4-FFF2-40B4-BE49-F238E27FC236}">
                  <a16:creationId xmlns:a16="http://schemas.microsoft.com/office/drawing/2014/main" id="{4B17EC16-B81A-41D9-B97C-2B13A92F6B50}"/>
                </a:ext>
              </a:extLst>
            </p:cNvPr>
            <p:cNvSpPr/>
            <p:nvPr/>
          </p:nvSpPr>
          <p:spPr bwMode="auto">
            <a:xfrm>
              <a:off x="10092" y="6416"/>
              <a:ext cx="43" cy="23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2" name="AutoShape 45">
              <a:extLst>
                <a:ext uri="{FF2B5EF4-FFF2-40B4-BE49-F238E27FC236}">
                  <a16:creationId xmlns:a16="http://schemas.microsoft.com/office/drawing/2014/main" id="{34BCEAE4-4662-4991-9AAB-E622ECEB8E16}"/>
                </a:ext>
              </a:extLst>
            </p:cNvPr>
            <p:cNvSpPr/>
            <p:nvPr/>
          </p:nvSpPr>
          <p:spPr bwMode="auto">
            <a:xfrm>
              <a:off x="10069" y="6675"/>
              <a:ext cx="89" cy="13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5C1BC99-047A-4F9D-9505-3C2F693D6A7D}"/>
              </a:ext>
            </a:extLst>
          </p:cNvPr>
          <p:cNvGrpSpPr/>
          <p:nvPr/>
        </p:nvGrpSpPr>
        <p:grpSpPr>
          <a:xfrm>
            <a:off x="6375400" y="3652520"/>
            <a:ext cx="539750" cy="504190"/>
            <a:chOff x="7969" y="6203"/>
            <a:chExt cx="700" cy="654"/>
          </a:xfrm>
          <a:solidFill>
            <a:schemeClr val="bg1"/>
          </a:solidFill>
        </p:grpSpPr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CB54E5DC-B577-404F-A252-9EFD9F1B7ED0}"/>
                </a:ext>
              </a:extLst>
            </p:cNvPr>
            <p:cNvSpPr/>
            <p:nvPr/>
          </p:nvSpPr>
          <p:spPr bwMode="auto">
            <a:xfrm>
              <a:off x="8056" y="6289"/>
              <a:ext cx="525" cy="3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5" name="AutoShape 111">
              <a:extLst>
                <a:ext uri="{FF2B5EF4-FFF2-40B4-BE49-F238E27FC236}">
                  <a16:creationId xmlns:a16="http://schemas.microsoft.com/office/drawing/2014/main" id="{F5F56B35-5E1D-49D0-8663-99C4F410CB03}"/>
                </a:ext>
              </a:extLst>
            </p:cNvPr>
            <p:cNvSpPr/>
            <p:nvPr/>
          </p:nvSpPr>
          <p:spPr bwMode="auto">
            <a:xfrm>
              <a:off x="7969" y="6203"/>
              <a:ext cx="700" cy="6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sp>
        <p:nvSpPr>
          <p:cNvPr id="26" name="AutoShape 112">
            <a:extLst>
              <a:ext uri="{FF2B5EF4-FFF2-40B4-BE49-F238E27FC236}">
                <a16:creationId xmlns:a16="http://schemas.microsoft.com/office/drawing/2014/main" id="{0614E233-B7F4-4102-8F7C-854DFE463625}"/>
              </a:ext>
            </a:extLst>
          </p:cNvPr>
          <p:cNvSpPr/>
          <p:nvPr/>
        </p:nvSpPr>
        <p:spPr bwMode="auto">
          <a:xfrm>
            <a:off x="6360795" y="4973320"/>
            <a:ext cx="537845" cy="53911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5A19F6-A803-4530-B9F6-FBC8AC1309B9}"/>
              </a:ext>
            </a:extLst>
          </p:cNvPr>
          <p:cNvSpPr txBox="1"/>
          <p:nvPr/>
        </p:nvSpPr>
        <p:spPr>
          <a:xfrm>
            <a:off x="7429183" y="2085513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0E78F0-650A-4EAE-9D7E-34D49352AC03}"/>
              </a:ext>
            </a:extLst>
          </p:cNvPr>
          <p:cNvSpPr txBox="1"/>
          <p:nvPr/>
        </p:nvSpPr>
        <p:spPr>
          <a:xfrm>
            <a:off x="7429500" y="2346325"/>
            <a:ext cx="40341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研究方案可行性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CEEFCFB-265E-4F43-95E9-9250070A9133}"/>
              </a:ext>
            </a:extLst>
          </p:cNvPr>
          <p:cNvSpPr txBox="1"/>
          <p:nvPr/>
        </p:nvSpPr>
        <p:spPr>
          <a:xfrm>
            <a:off x="7429183" y="3535218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20DA5D-6DA0-49A4-AC55-E8C40101CC63}"/>
              </a:ext>
            </a:extLst>
          </p:cNvPr>
          <p:cNvSpPr txBox="1"/>
          <p:nvPr/>
        </p:nvSpPr>
        <p:spPr>
          <a:xfrm>
            <a:off x="7429500" y="3796030"/>
            <a:ext cx="40341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研究过程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3B5631-C13A-44CD-807E-960FC20225BF}"/>
              </a:ext>
            </a:extLst>
          </p:cNvPr>
          <p:cNvSpPr txBox="1"/>
          <p:nvPr/>
        </p:nvSpPr>
        <p:spPr>
          <a:xfrm>
            <a:off x="7429183" y="4836968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C17239-DDFF-4DA3-8335-4E16E107E21C}"/>
              </a:ext>
            </a:extLst>
          </p:cNvPr>
          <p:cNvSpPr txBox="1"/>
          <p:nvPr/>
        </p:nvSpPr>
        <p:spPr>
          <a:xfrm>
            <a:off x="7429500" y="5097780"/>
            <a:ext cx="40341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endParaRPr lang="en-US" altLang="zh-CN" sz="500" kern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A2D6279-2EF9-4D0C-99AB-DFA718F26ECD}"/>
              </a:ext>
            </a:extLst>
          </p:cNvPr>
          <p:cNvSpPr/>
          <p:nvPr/>
        </p:nvSpPr>
        <p:spPr>
          <a:xfrm>
            <a:off x="-2" y="5871200"/>
            <a:ext cx="12192001" cy="1013028"/>
          </a:xfrm>
          <a:custGeom>
            <a:avLst/>
            <a:gdLst>
              <a:gd name="connsiteX0" fmla="*/ 12171000 w 12171000"/>
              <a:gd name="connsiteY0" fmla="*/ 1013029 h 1013028"/>
              <a:gd name="connsiteX1" fmla="*/ 12171000 w 12171000"/>
              <a:gd name="connsiteY1" fmla="*/ 121065 h 1013028"/>
              <a:gd name="connsiteX2" fmla="*/ 0 w 12171000"/>
              <a:gd name="connsiteY2" fmla="*/ 0 h 1013028"/>
              <a:gd name="connsiteX3" fmla="*/ 0 w 12171000"/>
              <a:gd name="connsiteY3" fmla="*/ 1013029 h 1013028"/>
              <a:gd name="connsiteX4" fmla="*/ 12171000 w 12171000"/>
              <a:gd name="connsiteY4" fmla="*/ 1013029 h 101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1000" h="1013028">
                <a:moveTo>
                  <a:pt x="12171000" y="1013029"/>
                </a:moveTo>
                <a:lnTo>
                  <a:pt x="12171000" y="121065"/>
                </a:lnTo>
                <a:cubicBezTo>
                  <a:pt x="12171000" y="121065"/>
                  <a:pt x="4892539" y="1787234"/>
                  <a:pt x="0" y="0"/>
                </a:cubicBezTo>
                <a:lnTo>
                  <a:pt x="0" y="1013029"/>
                </a:lnTo>
                <a:lnTo>
                  <a:pt x="12171000" y="1013029"/>
                </a:lnTo>
                <a:close/>
              </a:path>
            </a:pathLst>
          </a:custGeom>
          <a:solidFill>
            <a:srgbClr val="1E4D8A"/>
          </a:solidFill>
          <a:ln w="10136" cap="flat">
            <a:noFill/>
            <a:prstDash val="solid"/>
            <a:miter/>
          </a:ln>
        </p:spPr>
        <p:txBody>
          <a:bodyPr rtlCol="0" anchor="ctr"/>
          <a:lstStyle/>
          <a:p>
            <a:r>
              <a:t>研究方法与思路</a:t>
            </a:r>
          </a:p>
        </p:txBody>
      </p:sp>
    </p:spTree>
    <p:extLst>
      <p:ext uri="{BB962C8B-B14F-4D97-AF65-F5344CB8AC3E}">
        <p14:creationId xmlns:p14="http://schemas.microsoft.com/office/powerpoint/2010/main" val="13929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"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id="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0"/>
      <p:bldP spid="13" grpId="0"/>
      <p:bldP spid="14" grpId="0"/>
      <p:bldP spid="15" grpId="0"/>
      <p:bldP spid="28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04AECB-41B2-45C8-8403-A94ECA131EB1}"/>
              </a:ext>
            </a:extLst>
          </p:cNvPr>
          <p:cNvSpPr txBox="1"/>
          <p:nvPr/>
        </p:nvSpPr>
        <p:spPr>
          <a:xfrm>
            <a:off x="1335853" y="732425"/>
            <a:ext cx="3317240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endParaRPr lang="zh-CN" altLang="en-US" sz="1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7" name="圆角矩形 9">
            <a:extLst>
              <a:ext uri="{FF2B5EF4-FFF2-40B4-BE49-F238E27FC236}">
                <a16:creationId xmlns:a16="http://schemas.microsoft.com/office/drawing/2014/main" id="{E7B77960-23B9-4F82-985C-2E9D8207CD18}"/>
              </a:ext>
            </a:extLst>
          </p:cNvPr>
          <p:cNvSpPr/>
          <p:nvPr/>
        </p:nvSpPr>
        <p:spPr>
          <a:xfrm>
            <a:off x="463553" y="341800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D130156-2C81-4B45-82E7-0B93F50F2FD8}"/>
              </a:ext>
            </a:extLst>
          </p:cNvPr>
          <p:cNvCxnSpPr>
            <a:cxnSpLocks/>
          </p:cNvCxnSpPr>
          <p:nvPr/>
        </p:nvCxnSpPr>
        <p:spPr>
          <a:xfrm>
            <a:off x="4360993" y="590698"/>
            <a:ext cx="7513507" cy="0"/>
          </a:xfrm>
          <a:prstGeom prst="line">
            <a:avLst/>
          </a:prstGeom>
          <a:ln>
            <a:solidFill>
              <a:srgbClr val="1E4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287">
            <a:extLst>
              <a:ext uri="{FF2B5EF4-FFF2-40B4-BE49-F238E27FC236}">
                <a16:creationId xmlns:a16="http://schemas.microsoft.com/office/drawing/2014/main" id="{8AA692E0-C455-49E5-9D44-9B56B4826F37}"/>
              </a:ext>
            </a:extLst>
          </p:cNvPr>
          <p:cNvSpPr/>
          <p:nvPr/>
        </p:nvSpPr>
        <p:spPr>
          <a:xfrm>
            <a:off x="1638938" y="1987487"/>
            <a:ext cx="1507490" cy="1507490"/>
          </a:xfrm>
          <a:prstGeom prst="ellipse">
            <a:avLst/>
          </a:prstGeom>
          <a:noFill/>
          <a:ln w="57150"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287">
            <a:extLst>
              <a:ext uri="{FF2B5EF4-FFF2-40B4-BE49-F238E27FC236}">
                <a16:creationId xmlns:a16="http://schemas.microsoft.com/office/drawing/2014/main" id="{A9363F4F-C7C7-4694-8E8A-D67ACC560020}"/>
              </a:ext>
            </a:extLst>
          </p:cNvPr>
          <p:cNvSpPr/>
          <p:nvPr/>
        </p:nvSpPr>
        <p:spPr>
          <a:xfrm>
            <a:off x="4063368" y="1987487"/>
            <a:ext cx="1507490" cy="1507490"/>
          </a:xfrm>
          <a:prstGeom prst="ellipse">
            <a:avLst/>
          </a:prstGeom>
          <a:noFill/>
          <a:ln w="57150"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287">
            <a:extLst>
              <a:ext uri="{FF2B5EF4-FFF2-40B4-BE49-F238E27FC236}">
                <a16:creationId xmlns:a16="http://schemas.microsoft.com/office/drawing/2014/main" id="{638CCCC2-E1AB-4DC5-B51C-03A44FC427F3}"/>
              </a:ext>
            </a:extLst>
          </p:cNvPr>
          <p:cNvSpPr/>
          <p:nvPr/>
        </p:nvSpPr>
        <p:spPr>
          <a:xfrm>
            <a:off x="6487798" y="1987487"/>
            <a:ext cx="1507490" cy="1507490"/>
          </a:xfrm>
          <a:prstGeom prst="ellipse">
            <a:avLst/>
          </a:prstGeom>
          <a:noFill/>
          <a:ln w="57150"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287">
            <a:extLst>
              <a:ext uri="{FF2B5EF4-FFF2-40B4-BE49-F238E27FC236}">
                <a16:creationId xmlns:a16="http://schemas.microsoft.com/office/drawing/2014/main" id="{E394CEF2-FE50-4C09-8D1C-42B847A1F6CA}"/>
              </a:ext>
            </a:extLst>
          </p:cNvPr>
          <p:cNvSpPr/>
          <p:nvPr/>
        </p:nvSpPr>
        <p:spPr>
          <a:xfrm>
            <a:off x="8912228" y="1987487"/>
            <a:ext cx="1507490" cy="1507490"/>
          </a:xfrm>
          <a:prstGeom prst="ellipse">
            <a:avLst/>
          </a:prstGeom>
          <a:noFill/>
          <a:ln w="57150"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BBACA08D-318C-4D44-A6FF-8938529F0117}"/>
              </a:ext>
            </a:extLst>
          </p:cNvPr>
          <p:cNvSpPr>
            <a:spLocks noEditPoints="1"/>
          </p:cNvSpPr>
          <p:nvPr/>
        </p:nvSpPr>
        <p:spPr bwMode="auto">
          <a:xfrm>
            <a:off x="9314183" y="2346897"/>
            <a:ext cx="702945" cy="744855"/>
          </a:xfrm>
          <a:custGeom>
            <a:avLst/>
            <a:gdLst>
              <a:gd name="T0" fmla="*/ 139 w 577"/>
              <a:gd name="T1" fmla="*/ 87 h 609"/>
              <a:gd name="T2" fmla="*/ 27 w 577"/>
              <a:gd name="T3" fmla="*/ 87 h 609"/>
              <a:gd name="T4" fmla="*/ 27 w 577"/>
              <a:gd name="T5" fmla="*/ 48 h 609"/>
              <a:gd name="T6" fmla="*/ 139 w 577"/>
              <a:gd name="T7" fmla="*/ 48 h 609"/>
              <a:gd name="T8" fmla="*/ 139 w 577"/>
              <a:gd name="T9" fmla="*/ 87 h 609"/>
              <a:gd name="T10" fmla="*/ 139 w 577"/>
              <a:gd name="T11" fmla="*/ 179 h 609"/>
              <a:gd name="T12" fmla="*/ 27 w 577"/>
              <a:gd name="T13" fmla="*/ 179 h 609"/>
              <a:gd name="T14" fmla="*/ 27 w 577"/>
              <a:gd name="T15" fmla="*/ 140 h 609"/>
              <a:gd name="T16" fmla="*/ 139 w 577"/>
              <a:gd name="T17" fmla="*/ 140 h 609"/>
              <a:gd name="T18" fmla="*/ 139 w 577"/>
              <a:gd name="T19" fmla="*/ 179 h 609"/>
              <a:gd name="T20" fmla="*/ 139 w 577"/>
              <a:gd name="T21" fmla="*/ 271 h 609"/>
              <a:gd name="T22" fmla="*/ 27 w 577"/>
              <a:gd name="T23" fmla="*/ 271 h 609"/>
              <a:gd name="T24" fmla="*/ 27 w 577"/>
              <a:gd name="T25" fmla="*/ 232 h 609"/>
              <a:gd name="T26" fmla="*/ 139 w 577"/>
              <a:gd name="T27" fmla="*/ 232 h 609"/>
              <a:gd name="T28" fmla="*/ 139 w 577"/>
              <a:gd name="T29" fmla="*/ 271 h 609"/>
              <a:gd name="T30" fmla="*/ 0 w 577"/>
              <a:gd name="T31" fmla="*/ 609 h 609"/>
              <a:gd name="T32" fmla="*/ 166 w 577"/>
              <a:gd name="T33" fmla="*/ 609 h 609"/>
              <a:gd name="T34" fmla="*/ 166 w 577"/>
              <a:gd name="T35" fmla="*/ 0 h 609"/>
              <a:gd name="T36" fmla="*/ 0 w 577"/>
              <a:gd name="T37" fmla="*/ 0 h 609"/>
              <a:gd name="T38" fmla="*/ 0 w 577"/>
              <a:gd name="T39" fmla="*/ 609 h 609"/>
              <a:gd name="T40" fmla="*/ 344 w 577"/>
              <a:gd name="T41" fmla="*/ 87 h 609"/>
              <a:gd name="T42" fmla="*/ 232 w 577"/>
              <a:gd name="T43" fmla="*/ 87 h 609"/>
              <a:gd name="T44" fmla="*/ 232 w 577"/>
              <a:gd name="T45" fmla="*/ 48 h 609"/>
              <a:gd name="T46" fmla="*/ 344 w 577"/>
              <a:gd name="T47" fmla="*/ 48 h 609"/>
              <a:gd name="T48" fmla="*/ 344 w 577"/>
              <a:gd name="T49" fmla="*/ 87 h 609"/>
              <a:gd name="T50" fmla="*/ 344 w 577"/>
              <a:gd name="T51" fmla="*/ 179 h 609"/>
              <a:gd name="T52" fmla="*/ 232 w 577"/>
              <a:gd name="T53" fmla="*/ 179 h 609"/>
              <a:gd name="T54" fmla="*/ 232 w 577"/>
              <a:gd name="T55" fmla="*/ 140 h 609"/>
              <a:gd name="T56" fmla="*/ 344 w 577"/>
              <a:gd name="T57" fmla="*/ 140 h 609"/>
              <a:gd name="T58" fmla="*/ 344 w 577"/>
              <a:gd name="T59" fmla="*/ 179 h 609"/>
              <a:gd name="T60" fmla="*/ 344 w 577"/>
              <a:gd name="T61" fmla="*/ 271 h 609"/>
              <a:gd name="T62" fmla="*/ 232 w 577"/>
              <a:gd name="T63" fmla="*/ 271 h 609"/>
              <a:gd name="T64" fmla="*/ 232 w 577"/>
              <a:gd name="T65" fmla="*/ 232 h 609"/>
              <a:gd name="T66" fmla="*/ 344 w 577"/>
              <a:gd name="T67" fmla="*/ 232 h 609"/>
              <a:gd name="T68" fmla="*/ 344 w 577"/>
              <a:gd name="T69" fmla="*/ 271 h 609"/>
              <a:gd name="T70" fmla="*/ 205 w 577"/>
              <a:gd name="T71" fmla="*/ 609 h 609"/>
              <a:gd name="T72" fmla="*/ 371 w 577"/>
              <a:gd name="T73" fmla="*/ 609 h 609"/>
              <a:gd name="T74" fmla="*/ 371 w 577"/>
              <a:gd name="T75" fmla="*/ 0 h 609"/>
              <a:gd name="T76" fmla="*/ 205 w 577"/>
              <a:gd name="T77" fmla="*/ 0 h 609"/>
              <a:gd name="T78" fmla="*/ 205 w 577"/>
              <a:gd name="T79" fmla="*/ 609 h 609"/>
              <a:gd name="T80" fmla="*/ 549 w 577"/>
              <a:gd name="T81" fmla="*/ 87 h 609"/>
              <a:gd name="T82" fmla="*/ 437 w 577"/>
              <a:gd name="T83" fmla="*/ 87 h 609"/>
              <a:gd name="T84" fmla="*/ 437 w 577"/>
              <a:gd name="T85" fmla="*/ 48 h 609"/>
              <a:gd name="T86" fmla="*/ 549 w 577"/>
              <a:gd name="T87" fmla="*/ 48 h 609"/>
              <a:gd name="T88" fmla="*/ 549 w 577"/>
              <a:gd name="T89" fmla="*/ 87 h 609"/>
              <a:gd name="T90" fmla="*/ 549 w 577"/>
              <a:gd name="T91" fmla="*/ 179 h 609"/>
              <a:gd name="T92" fmla="*/ 437 w 577"/>
              <a:gd name="T93" fmla="*/ 179 h 609"/>
              <a:gd name="T94" fmla="*/ 437 w 577"/>
              <a:gd name="T95" fmla="*/ 140 h 609"/>
              <a:gd name="T96" fmla="*/ 549 w 577"/>
              <a:gd name="T97" fmla="*/ 140 h 609"/>
              <a:gd name="T98" fmla="*/ 549 w 577"/>
              <a:gd name="T99" fmla="*/ 179 h 609"/>
              <a:gd name="T100" fmla="*/ 549 w 577"/>
              <a:gd name="T101" fmla="*/ 271 h 609"/>
              <a:gd name="T102" fmla="*/ 437 w 577"/>
              <a:gd name="T103" fmla="*/ 271 h 609"/>
              <a:gd name="T104" fmla="*/ 437 w 577"/>
              <a:gd name="T105" fmla="*/ 232 h 609"/>
              <a:gd name="T106" fmla="*/ 549 w 577"/>
              <a:gd name="T107" fmla="*/ 232 h 609"/>
              <a:gd name="T108" fmla="*/ 549 w 577"/>
              <a:gd name="T109" fmla="*/ 271 h 609"/>
              <a:gd name="T110" fmla="*/ 410 w 577"/>
              <a:gd name="T111" fmla="*/ 609 h 609"/>
              <a:gd name="T112" fmla="*/ 577 w 577"/>
              <a:gd name="T113" fmla="*/ 609 h 609"/>
              <a:gd name="T114" fmla="*/ 577 w 577"/>
              <a:gd name="T115" fmla="*/ 0 h 609"/>
              <a:gd name="T116" fmla="*/ 410 w 577"/>
              <a:gd name="T117" fmla="*/ 0 h 609"/>
              <a:gd name="T118" fmla="*/ 410 w 577"/>
              <a:gd name="T119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7" h="609">
                <a:moveTo>
                  <a:pt x="139" y="87"/>
                </a:moveTo>
                <a:lnTo>
                  <a:pt x="27" y="87"/>
                </a:lnTo>
                <a:lnTo>
                  <a:pt x="27" y="48"/>
                </a:lnTo>
                <a:lnTo>
                  <a:pt x="139" y="48"/>
                </a:lnTo>
                <a:lnTo>
                  <a:pt x="139" y="87"/>
                </a:lnTo>
                <a:close/>
                <a:moveTo>
                  <a:pt x="139" y="179"/>
                </a:moveTo>
                <a:lnTo>
                  <a:pt x="27" y="179"/>
                </a:lnTo>
                <a:lnTo>
                  <a:pt x="27" y="140"/>
                </a:lnTo>
                <a:lnTo>
                  <a:pt x="139" y="140"/>
                </a:lnTo>
                <a:lnTo>
                  <a:pt x="139" y="179"/>
                </a:lnTo>
                <a:close/>
                <a:moveTo>
                  <a:pt x="139" y="271"/>
                </a:moveTo>
                <a:lnTo>
                  <a:pt x="27" y="271"/>
                </a:lnTo>
                <a:lnTo>
                  <a:pt x="27" y="232"/>
                </a:lnTo>
                <a:lnTo>
                  <a:pt x="139" y="232"/>
                </a:lnTo>
                <a:lnTo>
                  <a:pt x="139" y="271"/>
                </a:lnTo>
                <a:close/>
                <a:moveTo>
                  <a:pt x="0" y="609"/>
                </a:moveTo>
                <a:lnTo>
                  <a:pt x="166" y="609"/>
                </a:lnTo>
                <a:lnTo>
                  <a:pt x="166" y="0"/>
                </a:lnTo>
                <a:lnTo>
                  <a:pt x="0" y="0"/>
                </a:lnTo>
                <a:lnTo>
                  <a:pt x="0" y="609"/>
                </a:lnTo>
                <a:close/>
                <a:moveTo>
                  <a:pt x="344" y="87"/>
                </a:moveTo>
                <a:lnTo>
                  <a:pt x="232" y="87"/>
                </a:lnTo>
                <a:lnTo>
                  <a:pt x="232" y="48"/>
                </a:lnTo>
                <a:lnTo>
                  <a:pt x="344" y="48"/>
                </a:lnTo>
                <a:lnTo>
                  <a:pt x="344" y="87"/>
                </a:lnTo>
                <a:close/>
                <a:moveTo>
                  <a:pt x="344" y="179"/>
                </a:moveTo>
                <a:lnTo>
                  <a:pt x="232" y="179"/>
                </a:lnTo>
                <a:lnTo>
                  <a:pt x="232" y="140"/>
                </a:lnTo>
                <a:lnTo>
                  <a:pt x="344" y="140"/>
                </a:lnTo>
                <a:lnTo>
                  <a:pt x="344" y="179"/>
                </a:lnTo>
                <a:close/>
                <a:moveTo>
                  <a:pt x="344" y="271"/>
                </a:moveTo>
                <a:lnTo>
                  <a:pt x="232" y="271"/>
                </a:lnTo>
                <a:lnTo>
                  <a:pt x="232" y="232"/>
                </a:lnTo>
                <a:lnTo>
                  <a:pt x="344" y="232"/>
                </a:lnTo>
                <a:lnTo>
                  <a:pt x="344" y="271"/>
                </a:lnTo>
                <a:close/>
                <a:moveTo>
                  <a:pt x="205" y="609"/>
                </a:moveTo>
                <a:lnTo>
                  <a:pt x="371" y="609"/>
                </a:lnTo>
                <a:lnTo>
                  <a:pt x="371" y="0"/>
                </a:lnTo>
                <a:lnTo>
                  <a:pt x="205" y="0"/>
                </a:lnTo>
                <a:lnTo>
                  <a:pt x="205" y="609"/>
                </a:lnTo>
                <a:close/>
                <a:moveTo>
                  <a:pt x="549" y="87"/>
                </a:moveTo>
                <a:lnTo>
                  <a:pt x="437" y="87"/>
                </a:lnTo>
                <a:lnTo>
                  <a:pt x="437" y="48"/>
                </a:lnTo>
                <a:lnTo>
                  <a:pt x="549" y="48"/>
                </a:lnTo>
                <a:lnTo>
                  <a:pt x="549" y="87"/>
                </a:lnTo>
                <a:close/>
                <a:moveTo>
                  <a:pt x="549" y="179"/>
                </a:moveTo>
                <a:lnTo>
                  <a:pt x="437" y="179"/>
                </a:lnTo>
                <a:lnTo>
                  <a:pt x="437" y="140"/>
                </a:lnTo>
                <a:lnTo>
                  <a:pt x="549" y="140"/>
                </a:lnTo>
                <a:lnTo>
                  <a:pt x="549" y="179"/>
                </a:lnTo>
                <a:close/>
                <a:moveTo>
                  <a:pt x="549" y="271"/>
                </a:moveTo>
                <a:lnTo>
                  <a:pt x="437" y="271"/>
                </a:lnTo>
                <a:lnTo>
                  <a:pt x="437" y="232"/>
                </a:lnTo>
                <a:lnTo>
                  <a:pt x="549" y="232"/>
                </a:lnTo>
                <a:lnTo>
                  <a:pt x="549" y="271"/>
                </a:lnTo>
                <a:close/>
                <a:moveTo>
                  <a:pt x="410" y="609"/>
                </a:moveTo>
                <a:lnTo>
                  <a:pt x="577" y="609"/>
                </a:lnTo>
                <a:lnTo>
                  <a:pt x="577" y="0"/>
                </a:lnTo>
                <a:lnTo>
                  <a:pt x="410" y="0"/>
                </a:lnTo>
                <a:lnTo>
                  <a:pt x="410" y="609"/>
                </a:lnTo>
                <a:close/>
              </a:path>
            </a:pathLst>
          </a:custGeom>
          <a:solidFill>
            <a:srgbClr val="1E4D8A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63B616EA-9FEE-4C90-9612-C900D6F63F7E}"/>
              </a:ext>
            </a:extLst>
          </p:cNvPr>
          <p:cNvSpPr>
            <a:spLocks noEditPoints="1"/>
          </p:cNvSpPr>
          <p:nvPr/>
        </p:nvSpPr>
        <p:spPr bwMode="auto">
          <a:xfrm>
            <a:off x="4470403" y="2338642"/>
            <a:ext cx="693420" cy="735330"/>
          </a:xfrm>
          <a:custGeom>
            <a:avLst/>
            <a:gdLst>
              <a:gd name="T0" fmla="*/ 283 w 568"/>
              <a:gd name="T1" fmla="*/ 574 h 601"/>
              <a:gd name="T2" fmla="*/ 284 w 568"/>
              <a:gd name="T3" fmla="*/ 333 h 601"/>
              <a:gd name="T4" fmla="*/ 453 w 568"/>
              <a:gd name="T5" fmla="*/ 301 h 601"/>
              <a:gd name="T6" fmla="*/ 347 w 568"/>
              <a:gd name="T7" fmla="*/ 343 h 601"/>
              <a:gd name="T8" fmla="*/ 95 w 568"/>
              <a:gd name="T9" fmla="*/ 214 h 601"/>
              <a:gd name="T10" fmla="*/ 127 w 568"/>
              <a:gd name="T11" fmla="*/ 218 h 601"/>
              <a:gd name="T12" fmla="*/ 168 w 568"/>
              <a:gd name="T13" fmla="*/ 222 h 601"/>
              <a:gd name="T14" fmla="*/ 167 w 568"/>
              <a:gd name="T15" fmla="*/ 195 h 601"/>
              <a:gd name="T16" fmla="*/ 284 w 568"/>
              <a:gd name="T17" fmla="*/ 303 h 601"/>
              <a:gd name="T18" fmla="*/ 413 w 568"/>
              <a:gd name="T19" fmla="*/ 209 h 601"/>
              <a:gd name="T20" fmla="*/ 442 w 568"/>
              <a:gd name="T21" fmla="*/ 204 h 601"/>
              <a:gd name="T22" fmla="*/ 458 w 568"/>
              <a:gd name="T23" fmla="*/ 210 h 601"/>
              <a:gd name="T24" fmla="*/ 416 w 568"/>
              <a:gd name="T25" fmla="*/ 256 h 601"/>
              <a:gd name="T26" fmla="*/ 489 w 568"/>
              <a:gd name="T27" fmla="*/ 341 h 601"/>
              <a:gd name="T28" fmla="*/ 467 w 568"/>
              <a:gd name="T29" fmla="*/ 263 h 601"/>
              <a:gd name="T30" fmla="*/ 467 w 568"/>
              <a:gd name="T31" fmla="*/ 500 h 601"/>
              <a:gd name="T32" fmla="*/ 494 w 568"/>
              <a:gd name="T33" fmla="*/ 494 h 601"/>
              <a:gd name="T34" fmla="*/ 310 w 568"/>
              <a:gd name="T35" fmla="*/ 595 h 601"/>
              <a:gd name="T36" fmla="*/ 285 w 568"/>
              <a:gd name="T37" fmla="*/ 601 h 601"/>
              <a:gd name="T38" fmla="*/ 75 w 568"/>
              <a:gd name="T39" fmla="*/ 494 h 601"/>
              <a:gd name="T40" fmla="*/ 102 w 568"/>
              <a:gd name="T41" fmla="*/ 500 h 601"/>
              <a:gd name="T42" fmla="*/ 102 w 568"/>
              <a:gd name="T43" fmla="*/ 263 h 601"/>
              <a:gd name="T44" fmla="*/ 80 w 568"/>
              <a:gd name="T45" fmla="*/ 341 h 601"/>
              <a:gd name="T46" fmla="*/ 142 w 568"/>
              <a:gd name="T47" fmla="*/ 252 h 601"/>
              <a:gd name="T48" fmla="*/ 62 w 568"/>
              <a:gd name="T49" fmla="*/ 400 h 601"/>
              <a:gd name="T50" fmla="*/ 74 w 568"/>
              <a:gd name="T51" fmla="*/ 424 h 601"/>
              <a:gd name="T52" fmla="*/ 85 w 568"/>
              <a:gd name="T53" fmla="*/ 446 h 601"/>
              <a:gd name="T54" fmla="*/ 45 w 568"/>
              <a:gd name="T55" fmla="*/ 475 h 601"/>
              <a:gd name="T56" fmla="*/ 28 w 568"/>
              <a:gd name="T57" fmla="*/ 377 h 601"/>
              <a:gd name="T58" fmla="*/ 54 w 568"/>
              <a:gd name="T59" fmla="*/ 333 h 601"/>
              <a:gd name="T60" fmla="*/ 473 w 568"/>
              <a:gd name="T61" fmla="*/ 381 h 601"/>
              <a:gd name="T62" fmla="*/ 463 w 568"/>
              <a:gd name="T63" fmla="*/ 406 h 601"/>
              <a:gd name="T64" fmla="*/ 455 w 568"/>
              <a:gd name="T65" fmla="*/ 431 h 601"/>
              <a:gd name="T66" fmla="*/ 450 w 568"/>
              <a:gd name="T67" fmla="*/ 450 h 601"/>
              <a:gd name="T68" fmla="*/ 482 w 568"/>
              <a:gd name="T69" fmla="*/ 363 h 601"/>
              <a:gd name="T70" fmla="*/ 513 w 568"/>
              <a:gd name="T71" fmla="*/ 360 h 601"/>
              <a:gd name="T72" fmla="*/ 282 w 568"/>
              <a:gd name="T73" fmla="*/ 0 h 601"/>
              <a:gd name="T74" fmla="*/ 418 w 568"/>
              <a:gd name="T75" fmla="*/ 107 h 601"/>
              <a:gd name="T76" fmla="*/ 394 w 568"/>
              <a:gd name="T77" fmla="*/ 179 h 601"/>
              <a:gd name="T78" fmla="*/ 365 w 568"/>
              <a:gd name="T79" fmla="*/ 81 h 601"/>
              <a:gd name="T80" fmla="*/ 194 w 568"/>
              <a:gd name="T81" fmla="*/ 183 h 601"/>
              <a:gd name="T82" fmla="*/ 152 w 568"/>
              <a:gd name="T83" fmla="*/ 154 h 601"/>
              <a:gd name="T84" fmla="*/ 198 w 568"/>
              <a:gd name="T85" fmla="*/ 41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68" h="601">
                <a:moveTo>
                  <a:pt x="266" y="331"/>
                </a:moveTo>
                <a:lnTo>
                  <a:pt x="266" y="571"/>
                </a:lnTo>
                <a:cubicBezTo>
                  <a:pt x="272" y="573"/>
                  <a:pt x="277" y="575"/>
                  <a:pt x="283" y="574"/>
                </a:cubicBezTo>
                <a:cubicBezTo>
                  <a:pt x="290" y="574"/>
                  <a:pt x="297" y="572"/>
                  <a:pt x="303" y="570"/>
                </a:cubicBezTo>
                <a:lnTo>
                  <a:pt x="303" y="331"/>
                </a:lnTo>
                <a:cubicBezTo>
                  <a:pt x="297" y="332"/>
                  <a:pt x="290" y="333"/>
                  <a:pt x="284" y="333"/>
                </a:cubicBezTo>
                <a:cubicBezTo>
                  <a:pt x="278" y="333"/>
                  <a:pt x="272" y="332"/>
                  <a:pt x="266" y="331"/>
                </a:cubicBezTo>
                <a:close/>
                <a:moveTo>
                  <a:pt x="347" y="343"/>
                </a:moveTo>
                <a:lnTo>
                  <a:pt x="453" y="301"/>
                </a:lnTo>
                <a:lnTo>
                  <a:pt x="453" y="345"/>
                </a:lnTo>
                <a:lnTo>
                  <a:pt x="347" y="386"/>
                </a:lnTo>
                <a:lnTo>
                  <a:pt x="347" y="343"/>
                </a:lnTo>
                <a:close/>
                <a:moveTo>
                  <a:pt x="142" y="252"/>
                </a:moveTo>
                <a:lnTo>
                  <a:pt x="99" y="228"/>
                </a:lnTo>
                <a:cubicBezTo>
                  <a:pt x="94" y="225"/>
                  <a:pt x="93" y="219"/>
                  <a:pt x="95" y="214"/>
                </a:cubicBezTo>
                <a:cubicBezTo>
                  <a:pt x="98" y="209"/>
                  <a:pt x="104" y="208"/>
                  <a:pt x="109" y="210"/>
                </a:cubicBezTo>
                <a:lnTo>
                  <a:pt x="149" y="233"/>
                </a:lnTo>
                <a:lnTo>
                  <a:pt x="127" y="218"/>
                </a:lnTo>
                <a:cubicBezTo>
                  <a:pt x="123" y="215"/>
                  <a:pt x="122" y="209"/>
                  <a:pt x="125" y="204"/>
                </a:cubicBezTo>
                <a:cubicBezTo>
                  <a:pt x="128" y="200"/>
                  <a:pt x="134" y="199"/>
                  <a:pt x="138" y="202"/>
                </a:cubicBezTo>
                <a:lnTo>
                  <a:pt x="168" y="222"/>
                </a:lnTo>
                <a:lnTo>
                  <a:pt x="154" y="209"/>
                </a:lnTo>
                <a:cubicBezTo>
                  <a:pt x="150" y="205"/>
                  <a:pt x="149" y="199"/>
                  <a:pt x="153" y="195"/>
                </a:cubicBezTo>
                <a:cubicBezTo>
                  <a:pt x="157" y="191"/>
                  <a:pt x="163" y="191"/>
                  <a:pt x="167" y="195"/>
                </a:cubicBezTo>
                <a:lnTo>
                  <a:pt x="282" y="303"/>
                </a:lnTo>
                <a:cubicBezTo>
                  <a:pt x="283" y="303"/>
                  <a:pt x="283" y="303"/>
                  <a:pt x="283" y="304"/>
                </a:cubicBezTo>
                <a:cubicBezTo>
                  <a:pt x="283" y="303"/>
                  <a:pt x="284" y="303"/>
                  <a:pt x="284" y="303"/>
                </a:cubicBezTo>
                <a:lnTo>
                  <a:pt x="399" y="195"/>
                </a:lnTo>
                <a:cubicBezTo>
                  <a:pt x="403" y="191"/>
                  <a:pt x="409" y="191"/>
                  <a:pt x="413" y="195"/>
                </a:cubicBezTo>
                <a:cubicBezTo>
                  <a:pt x="417" y="199"/>
                  <a:pt x="417" y="205"/>
                  <a:pt x="413" y="209"/>
                </a:cubicBezTo>
                <a:lnTo>
                  <a:pt x="399" y="222"/>
                </a:lnTo>
                <a:lnTo>
                  <a:pt x="428" y="202"/>
                </a:lnTo>
                <a:cubicBezTo>
                  <a:pt x="432" y="199"/>
                  <a:pt x="438" y="200"/>
                  <a:pt x="442" y="204"/>
                </a:cubicBezTo>
                <a:cubicBezTo>
                  <a:pt x="445" y="209"/>
                  <a:pt x="444" y="215"/>
                  <a:pt x="439" y="218"/>
                </a:cubicBezTo>
                <a:lnTo>
                  <a:pt x="417" y="233"/>
                </a:lnTo>
                <a:lnTo>
                  <a:pt x="458" y="210"/>
                </a:lnTo>
                <a:cubicBezTo>
                  <a:pt x="462" y="208"/>
                  <a:pt x="468" y="209"/>
                  <a:pt x="471" y="214"/>
                </a:cubicBezTo>
                <a:cubicBezTo>
                  <a:pt x="474" y="219"/>
                  <a:pt x="472" y="225"/>
                  <a:pt x="467" y="228"/>
                </a:cubicBezTo>
                <a:lnTo>
                  <a:pt x="416" y="256"/>
                </a:lnTo>
                <a:lnTo>
                  <a:pt x="494" y="224"/>
                </a:lnTo>
                <a:lnTo>
                  <a:pt x="494" y="342"/>
                </a:lnTo>
                <a:cubicBezTo>
                  <a:pt x="492" y="342"/>
                  <a:pt x="491" y="342"/>
                  <a:pt x="489" y="341"/>
                </a:cubicBezTo>
                <a:lnTo>
                  <a:pt x="473" y="339"/>
                </a:lnTo>
                <a:lnTo>
                  <a:pt x="467" y="351"/>
                </a:lnTo>
                <a:lnTo>
                  <a:pt x="467" y="263"/>
                </a:lnTo>
                <a:lnTo>
                  <a:pt x="329" y="322"/>
                </a:lnTo>
                <a:lnTo>
                  <a:pt x="329" y="559"/>
                </a:lnTo>
                <a:lnTo>
                  <a:pt x="467" y="500"/>
                </a:lnTo>
                <a:lnTo>
                  <a:pt x="467" y="483"/>
                </a:lnTo>
                <a:cubicBezTo>
                  <a:pt x="472" y="486"/>
                  <a:pt x="477" y="488"/>
                  <a:pt x="482" y="490"/>
                </a:cubicBezTo>
                <a:cubicBezTo>
                  <a:pt x="486" y="492"/>
                  <a:pt x="490" y="493"/>
                  <a:pt x="494" y="494"/>
                </a:cubicBezTo>
                <a:lnTo>
                  <a:pt x="494" y="518"/>
                </a:lnTo>
                <a:lnTo>
                  <a:pt x="321" y="591"/>
                </a:lnTo>
                <a:cubicBezTo>
                  <a:pt x="318" y="592"/>
                  <a:pt x="314" y="594"/>
                  <a:pt x="310" y="595"/>
                </a:cubicBezTo>
                <a:lnTo>
                  <a:pt x="303" y="598"/>
                </a:lnTo>
                <a:lnTo>
                  <a:pt x="303" y="598"/>
                </a:lnTo>
                <a:cubicBezTo>
                  <a:pt x="297" y="599"/>
                  <a:pt x="291" y="601"/>
                  <a:pt x="285" y="601"/>
                </a:cubicBezTo>
                <a:cubicBezTo>
                  <a:pt x="271" y="601"/>
                  <a:pt x="258" y="598"/>
                  <a:pt x="247" y="590"/>
                </a:cubicBezTo>
                <a:lnTo>
                  <a:pt x="75" y="518"/>
                </a:lnTo>
                <a:lnTo>
                  <a:pt x="75" y="494"/>
                </a:lnTo>
                <a:cubicBezTo>
                  <a:pt x="79" y="493"/>
                  <a:pt x="83" y="492"/>
                  <a:pt x="87" y="490"/>
                </a:cubicBezTo>
                <a:cubicBezTo>
                  <a:pt x="91" y="488"/>
                  <a:pt x="96" y="486"/>
                  <a:pt x="102" y="483"/>
                </a:cubicBezTo>
                <a:lnTo>
                  <a:pt x="102" y="500"/>
                </a:lnTo>
                <a:lnTo>
                  <a:pt x="240" y="559"/>
                </a:lnTo>
                <a:lnTo>
                  <a:pt x="240" y="322"/>
                </a:lnTo>
                <a:lnTo>
                  <a:pt x="102" y="263"/>
                </a:lnTo>
                <a:lnTo>
                  <a:pt x="102" y="351"/>
                </a:lnTo>
                <a:lnTo>
                  <a:pt x="95" y="339"/>
                </a:lnTo>
                <a:lnTo>
                  <a:pt x="80" y="341"/>
                </a:lnTo>
                <a:cubicBezTo>
                  <a:pt x="78" y="342"/>
                  <a:pt x="77" y="342"/>
                  <a:pt x="75" y="342"/>
                </a:cubicBezTo>
                <a:lnTo>
                  <a:pt x="75" y="224"/>
                </a:lnTo>
                <a:lnTo>
                  <a:pt x="142" y="252"/>
                </a:lnTo>
                <a:close/>
                <a:moveTo>
                  <a:pt x="86" y="363"/>
                </a:moveTo>
                <a:cubicBezTo>
                  <a:pt x="89" y="369"/>
                  <a:pt x="91" y="375"/>
                  <a:pt x="94" y="381"/>
                </a:cubicBezTo>
                <a:lnTo>
                  <a:pt x="62" y="400"/>
                </a:lnTo>
                <a:lnTo>
                  <a:pt x="97" y="387"/>
                </a:lnTo>
                <a:cubicBezTo>
                  <a:pt x="99" y="393"/>
                  <a:pt x="102" y="399"/>
                  <a:pt x="104" y="406"/>
                </a:cubicBezTo>
                <a:lnTo>
                  <a:pt x="74" y="424"/>
                </a:lnTo>
                <a:lnTo>
                  <a:pt x="106" y="411"/>
                </a:lnTo>
                <a:cubicBezTo>
                  <a:pt x="108" y="418"/>
                  <a:pt x="110" y="424"/>
                  <a:pt x="112" y="431"/>
                </a:cubicBezTo>
                <a:lnTo>
                  <a:pt x="85" y="446"/>
                </a:lnTo>
                <a:lnTo>
                  <a:pt x="113" y="435"/>
                </a:lnTo>
                <a:cubicBezTo>
                  <a:pt x="115" y="440"/>
                  <a:pt x="116" y="445"/>
                  <a:pt x="117" y="450"/>
                </a:cubicBezTo>
                <a:cubicBezTo>
                  <a:pt x="111" y="454"/>
                  <a:pt x="66" y="483"/>
                  <a:pt x="45" y="475"/>
                </a:cubicBezTo>
                <a:cubicBezTo>
                  <a:pt x="23" y="467"/>
                  <a:pt x="2" y="437"/>
                  <a:pt x="1" y="410"/>
                </a:cubicBezTo>
                <a:cubicBezTo>
                  <a:pt x="0" y="383"/>
                  <a:pt x="70" y="366"/>
                  <a:pt x="86" y="363"/>
                </a:cubicBezTo>
                <a:close/>
                <a:moveTo>
                  <a:pt x="28" y="377"/>
                </a:moveTo>
                <a:lnTo>
                  <a:pt x="45" y="369"/>
                </a:lnTo>
                <a:lnTo>
                  <a:pt x="54" y="360"/>
                </a:lnTo>
                <a:lnTo>
                  <a:pt x="54" y="333"/>
                </a:lnTo>
                <a:cubicBezTo>
                  <a:pt x="38" y="340"/>
                  <a:pt x="31" y="356"/>
                  <a:pt x="28" y="377"/>
                </a:cubicBezTo>
                <a:close/>
                <a:moveTo>
                  <a:pt x="482" y="363"/>
                </a:moveTo>
                <a:cubicBezTo>
                  <a:pt x="479" y="369"/>
                  <a:pt x="476" y="375"/>
                  <a:pt x="473" y="381"/>
                </a:cubicBezTo>
                <a:lnTo>
                  <a:pt x="505" y="400"/>
                </a:lnTo>
                <a:lnTo>
                  <a:pt x="471" y="387"/>
                </a:lnTo>
                <a:cubicBezTo>
                  <a:pt x="468" y="393"/>
                  <a:pt x="465" y="399"/>
                  <a:pt x="463" y="406"/>
                </a:cubicBezTo>
                <a:lnTo>
                  <a:pt x="493" y="424"/>
                </a:lnTo>
                <a:lnTo>
                  <a:pt x="461" y="411"/>
                </a:lnTo>
                <a:cubicBezTo>
                  <a:pt x="459" y="418"/>
                  <a:pt x="457" y="424"/>
                  <a:pt x="455" y="431"/>
                </a:cubicBezTo>
                <a:lnTo>
                  <a:pt x="482" y="446"/>
                </a:lnTo>
                <a:lnTo>
                  <a:pt x="454" y="435"/>
                </a:lnTo>
                <a:cubicBezTo>
                  <a:pt x="453" y="440"/>
                  <a:pt x="451" y="445"/>
                  <a:pt x="450" y="450"/>
                </a:cubicBezTo>
                <a:cubicBezTo>
                  <a:pt x="456" y="454"/>
                  <a:pt x="501" y="483"/>
                  <a:pt x="523" y="475"/>
                </a:cubicBezTo>
                <a:cubicBezTo>
                  <a:pt x="544" y="467"/>
                  <a:pt x="566" y="437"/>
                  <a:pt x="567" y="410"/>
                </a:cubicBezTo>
                <a:cubicBezTo>
                  <a:pt x="568" y="383"/>
                  <a:pt x="497" y="366"/>
                  <a:pt x="482" y="363"/>
                </a:cubicBezTo>
                <a:close/>
                <a:moveTo>
                  <a:pt x="540" y="377"/>
                </a:moveTo>
                <a:lnTo>
                  <a:pt x="522" y="369"/>
                </a:lnTo>
                <a:lnTo>
                  <a:pt x="513" y="360"/>
                </a:lnTo>
                <a:lnTo>
                  <a:pt x="513" y="333"/>
                </a:lnTo>
                <a:cubicBezTo>
                  <a:pt x="529" y="340"/>
                  <a:pt x="536" y="356"/>
                  <a:pt x="540" y="377"/>
                </a:cubicBezTo>
                <a:close/>
                <a:moveTo>
                  <a:pt x="282" y="0"/>
                </a:moveTo>
                <a:cubicBezTo>
                  <a:pt x="315" y="0"/>
                  <a:pt x="344" y="16"/>
                  <a:pt x="366" y="41"/>
                </a:cubicBezTo>
                <a:cubicBezTo>
                  <a:pt x="379" y="58"/>
                  <a:pt x="390" y="78"/>
                  <a:pt x="395" y="101"/>
                </a:cubicBezTo>
                <a:cubicBezTo>
                  <a:pt x="403" y="99"/>
                  <a:pt x="415" y="98"/>
                  <a:pt x="418" y="107"/>
                </a:cubicBezTo>
                <a:cubicBezTo>
                  <a:pt x="423" y="120"/>
                  <a:pt x="421" y="151"/>
                  <a:pt x="412" y="154"/>
                </a:cubicBezTo>
                <a:cubicBezTo>
                  <a:pt x="408" y="156"/>
                  <a:pt x="403" y="156"/>
                  <a:pt x="398" y="155"/>
                </a:cubicBezTo>
                <a:cubicBezTo>
                  <a:pt x="398" y="163"/>
                  <a:pt x="396" y="171"/>
                  <a:pt x="394" y="179"/>
                </a:cubicBezTo>
                <a:cubicBezTo>
                  <a:pt x="386" y="180"/>
                  <a:pt x="378" y="182"/>
                  <a:pt x="370" y="183"/>
                </a:cubicBezTo>
                <a:cubicBezTo>
                  <a:pt x="375" y="169"/>
                  <a:pt x="377" y="154"/>
                  <a:pt x="377" y="138"/>
                </a:cubicBezTo>
                <a:cubicBezTo>
                  <a:pt x="377" y="117"/>
                  <a:pt x="373" y="98"/>
                  <a:pt x="365" y="81"/>
                </a:cubicBezTo>
                <a:cubicBezTo>
                  <a:pt x="301" y="132"/>
                  <a:pt x="218" y="95"/>
                  <a:pt x="197" y="86"/>
                </a:cubicBezTo>
                <a:cubicBezTo>
                  <a:pt x="190" y="101"/>
                  <a:pt x="187" y="119"/>
                  <a:pt x="187" y="138"/>
                </a:cubicBezTo>
                <a:cubicBezTo>
                  <a:pt x="187" y="154"/>
                  <a:pt x="189" y="169"/>
                  <a:pt x="194" y="183"/>
                </a:cubicBezTo>
                <a:cubicBezTo>
                  <a:pt x="186" y="181"/>
                  <a:pt x="178" y="180"/>
                  <a:pt x="170" y="179"/>
                </a:cubicBezTo>
                <a:cubicBezTo>
                  <a:pt x="168" y="171"/>
                  <a:pt x="167" y="163"/>
                  <a:pt x="166" y="155"/>
                </a:cubicBezTo>
                <a:cubicBezTo>
                  <a:pt x="161" y="156"/>
                  <a:pt x="156" y="156"/>
                  <a:pt x="152" y="154"/>
                </a:cubicBezTo>
                <a:cubicBezTo>
                  <a:pt x="143" y="151"/>
                  <a:pt x="141" y="120"/>
                  <a:pt x="146" y="107"/>
                </a:cubicBezTo>
                <a:cubicBezTo>
                  <a:pt x="149" y="98"/>
                  <a:pt x="161" y="99"/>
                  <a:pt x="169" y="101"/>
                </a:cubicBezTo>
                <a:cubicBezTo>
                  <a:pt x="174" y="78"/>
                  <a:pt x="185" y="58"/>
                  <a:pt x="198" y="41"/>
                </a:cubicBezTo>
                <a:cubicBezTo>
                  <a:pt x="220" y="16"/>
                  <a:pt x="249" y="0"/>
                  <a:pt x="282" y="0"/>
                </a:cubicBezTo>
                <a:close/>
              </a:path>
            </a:pathLst>
          </a:custGeom>
          <a:solidFill>
            <a:srgbClr val="1E4D8A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Freeform 20">
            <a:extLst>
              <a:ext uri="{FF2B5EF4-FFF2-40B4-BE49-F238E27FC236}">
                <a16:creationId xmlns:a16="http://schemas.microsoft.com/office/drawing/2014/main" id="{7C4B7D1D-AD13-4AF4-BBBB-67203FDF0A53}"/>
              </a:ext>
            </a:extLst>
          </p:cNvPr>
          <p:cNvSpPr>
            <a:spLocks noEditPoints="1"/>
          </p:cNvSpPr>
          <p:nvPr/>
        </p:nvSpPr>
        <p:spPr bwMode="auto">
          <a:xfrm>
            <a:off x="2024383" y="2346897"/>
            <a:ext cx="909955" cy="727075"/>
          </a:xfrm>
          <a:custGeom>
            <a:avLst/>
            <a:gdLst>
              <a:gd name="T0" fmla="*/ 575 w 745"/>
              <a:gd name="T1" fmla="*/ 570 h 594"/>
              <a:gd name="T2" fmla="*/ 0 w 745"/>
              <a:gd name="T3" fmla="*/ 570 h 594"/>
              <a:gd name="T4" fmla="*/ 298 w 745"/>
              <a:gd name="T5" fmla="*/ 220 h 594"/>
              <a:gd name="T6" fmla="*/ 288 w 745"/>
              <a:gd name="T7" fmla="*/ 209 h 594"/>
              <a:gd name="T8" fmla="*/ 544 w 745"/>
              <a:gd name="T9" fmla="*/ 245 h 594"/>
              <a:gd name="T10" fmla="*/ 32 w 745"/>
              <a:gd name="T11" fmla="*/ 201 h 594"/>
              <a:gd name="T12" fmla="*/ 205 w 745"/>
              <a:gd name="T13" fmla="*/ 430 h 594"/>
              <a:gd name="T14" fmla="*/ 98 w 745"/>
              <a:gd name="T15" fmla="*/ 362 h 594"/>
              <a:gd name="T16" fmla="*/ 98 w 745"/>
              <a:gd name="T17" fmla="*/ 385 h 594"/>
              <a:gd name="T18" fmla="*/ 312 w 745"/>
              <a:gd name="T19" fmla="*/ 317 h 594"/>
              <a:gd name="T20" fmla="*/ 98 w 745"/>
              <a:gd name="T21" fmla="*/ 317 h 594"/>
              <a:gd name="T22" fmla="*/ 312 w 745"/>
              <a:gd name="T23" fmla="*/ 296 h 594"/>
              <a:gd name="T24" fmla="*/ 552 w 745"/>
              <a:gd name="T25" fmla="*/ 249 h 594"/>
              <a:gd name="T26" fmla="*/ 552 w 745"/>
              <a:gd name="T27" fmla="*/ 249 h 594"/>
              <a:gd name="T28" fmla="*/ 552 w 745"/>
              <a:gd name="T29" fmla="*/ 37 h 594"/>
              <a:gd name="T30" fmla="*/ 338 w 745"/>
              <a:gd name="T31" fmla="*/ 134 h 594"/>
              <a:gd name="T32" fmla="*/ 583 w 745"/>
              <a:gd name="T33" fmla="*/ 148 h 594"/>
              <a:gd name="T34" fmla="*/ 373 w 745"/>
              <a:gd name="T35" fmla="*/ 103 h 594"/>
              <a:gd name="T36" fmla="*/ 591 w 745"/>
              <a:gd name="T37" fmla="*/ 258 h 594"/>
              <a:gd name="T38" fmla="*/ 675 w 745"/>
              <a:gd name="T39" fmla="*/ 154 h 594"/>
              <a:gd name="T40" fmla="*/ 698 w 745"/>
              <a:gd name="T41" fmla="*/ 179 h 594"/>
              <a:gd name="T42" fmla="*/ 685 w 745"/>
              <a:gd name="T43" fmla="*/ 152 h 594"/>
              <a:gd name="T44" fmla="*/ 681 w 745"/>
              <a:gd name="T45" fmla="*/ 290 h 594"/>
              <a:gd name="T46" fmla="*/ 680 w 745"/>
              <a:gd name="T47" fmla="*/ 319 h 594"/>
              <a:gd name="T48" fmla="*/ 703 w 745"/>
              <a:gd name="T49" fmla="*/ 319 h 594"/>
              <a:gd name="T50" fmla="*/ 702 w 745"/>
              <a:gd name="T51" fmla="*/ 290 h 594"/>
              <a:gd name="T52" fmla="*/ 698 w 745"/>
              <a:gd name="T53" fmla="*/ 229 h 594"/>
              <a:gd name="T54" fmla="*/ 344 w 745"/>
              <a:gd name="T55" fmla="*/ 320 h 594"/>
              <a:gd name="T56" fmla="*/ 376 w 745"/>
              <a:gd name="T57" fmla="*/ 447 h 594"/>
              <a:gd name="T58" fmla="*/ 389 w 745"/>
              <a:gd name="T59" fmla="*/ 436 h 594"/>
              <a:gd name="T60" fmla="*/ 394 w 745"/>
              <a:gd name="T61" fmla="*/ 420 h 594"/>
              <a:gd name="T62" fmla="*/ 409 w 745"/>
              <a:gd name="T63" fmla="*/ 430 h 594"/>
              <a:gd name="T64" fmla="*/ 420 w 745"/>
              <a:gd name="T65" fmla="*/ 455 h 594"/>
              <a:gd name="T66" fmla="*/ 434 w 745"/>
              <a:gd name="T67" fmla="*/ 465 h 594"/>
              <a:gd name="T68" fmla="*/ 455 w 745"/>
              <a:gd name="T69" fmla="*/ 462 h 594"/>
              <a:gd name="T70" fmla="*/ 451 w 745"/>
              <a:gd name="T71" fmla="*/ 450 h 594"/>
              <a:gd name="T72" fmla="*/ 440 w 745"/>
              <a:gd name="T73" fmla="*/ 425 h 594"/>
              <a:gd name="T74" fmla="*/ 425 w 745"/>
              <a:gd name="T75" fmla="*/ 415 h 594"/>
              <a:gd name="T76" fmla="*/ 463 w 745"/>
              <a:gd name="T77" fmla="*/ 395 h 594"/>
              <a:gd name="T78" fmla="*/ 448 w 745"/>
              <a:gd name="T79" fmla="*/ 390 h 594"/>
              <a:gd name="T80" fmla="*/ 438 w 745"/>
              <a:gd name="T81" fmla="*/ 377 h 594"/>
              <a:gd name="T82" fmla="*/ 422 w 745"/>
              <a:gd name="T83" fmla="*/ 373 h 594"/>
              <a:gd name="T84" fmla="*/ 411 w 745"/>
              <a:gd name="T85" fmla="*/ 359 h 594"/>
              <a:gd name="T86" fmla="*/ 395 w 745"/>
              <a:gd name="T87" fmla="*/ 355 h 594"/>
              <a:gd name="T88" fmla="*/ 385 w 745"/>
              <a:gd name="T89" fmla="*/ 342 h 594"/>
              <a:gd name="T90" fmla="*/ 369 w 745"/>
              <a:gd name="T91" fmla="*/ 337 h 594"/>
              <a:gd name="T92" fmla="*/ 359 w 745"/>
              <a:gd name="T93" fmla="*/ 324 h 594"/>
              <a:gd name="T94" fmla="*/ 69 w 745"/>
              <a:gd name="T95" fmla="*/ 239 h 594"/>
              <a:gd name="T96" fmla="*/ 69 w 745"/>
              <a:gd name="T97" fmla="*/ 497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45" h="594">
                <a:moveTo>
                  <a:pt x="0" y="549"/>
                </a:moveTo>
                <a:lnTo>
                  <a:pt x="575" y="549"/>
                </a:lnTo>
                <a:lnTo>
                  <a:pt x="575" y="570"/>
                </a:lnTo>
                <a:cubicBezTo>
                  <a:pt x="575" y="583"/>
                  <a:pt x="565" y="594"/>
                  <a:pt x="551" y="594"/>
                </a:cubicBezTo>
                <a:lnTo>
                  <a:pt x="24" y="594"/>
                </a:lnTo>
                <a:cubicBezTo>
                  <a:pt x="11" y="594"/>
                  <a:pt x="0" y="583"/>
                  <a:pt x="0" y="570"/>
                </a:cubicBezTo>
                <a:lnTo>
                  <a:pt x="0" y="549"/>
                </a:lnTo>
                <a:close/>
                <a:moveTo>
                  <a:pt x="288" y="209"/>
                </a:moveTo>
                <a:cubicBezTo>
                  <a:pt x="294" y="209"/>
                  <a:pt x="298" y="214"/>
                  <a:pt x="298" y="220"/>
                </a:cubicBezTo>
                <a:cubicBezTo>
                  <a:pt x="298" y="226"/>
                  <a:pt x="294" y="230"/>
                  <a:pt x="288" y="230"/>
                </a:cubicBezTo>
                <a:cubicBezTo>
                  <a:pt x="282" y="230"/>
                  <a:pt x="277" y="226"/>
                  <a:pt x="277" y="220"/>
                </a:cubicBezTo>
                <a:cubicBezTo>
                  <a:pt x="277" y="214"/>
                  <a:pt x="282" y="209"/>
                  <a:pt x="288" y="209"/>
                </a:cubicBezTo>
                <a:close/>
                <a:moveTo>
                  <a:pt x="32" y="201"/>
                </a:moveTo>
                <a:lnTo>
                  <a:pt x="355" y="201"/>
                </a:lnTo>
                <a:cubicBezTo>
                  <a:pt x="421" y="205"/>
                  <a:pt x="483" y="217"/>
                  <a:pt x="544" y="245"/>
                </a:cubicBezTo>
                <a:lnTo>
                  <a:pt x="544" y="536"/>
                </a:lnTo>
                <a:lnTo>
                  <a:pt x="32" y="536"/>
                </a:lnTo>
                <a:lnTo>
                  <a:pt x="32" y="201"/>
                </a:lnTo>
                <a:close/>
                <a:moveTo>
                  <a:pt x="98" y="407"/>
                </a:moveTo>
                <a:lnTo>
                  <a:pt x="205" y="407"/>
                </a:lnTo>
                <a:lnTo>
                  <a:pt x="205" y="430"/>
                </a:lnTo>
                <a:lnTo>
                  <a:pt x="98" y="430"/>
                </a:lnTo>
                <a:lnTo>
                  <a:pt x="98" y="407"/>
                </a:lnTo>
                <a:close/>
                <a:moveTo>
                  <a:pt x="98" y="362"/>
                </a:moveTo>
                <a:lnTo>
                  <a:pt x="312" y="362"/>
                </a:lnTo>
                <a:lnTo>
                  <a:pt x="312" y="385"/>
                </a:lnTo>
                <a:lnTo>
                  <a:pt x="98" y="385"/>
                </a:lnTo>
                <a:lnTo>
                  <a:pt x="98" y="362"/>
                </a:lnTo>
                <a:close/>
                <a:moveTo>
                  <a:pt x="98" y="317"/>
                </a:moveTo>
                <a:lnTo>
                  <a:pt x="312" y="317"/>
                </a:lnTo>
                <a:lnTo>
                  <a:pt x="312" y="340"/>
                </a:lnTo>
                <a:lnTo>
                  <a:pt x="98" y="340"/>
                </a:lnTo>
                <a:lnTo>
                  <a:pt x="98" y="317"/>
                </a:lnTo>
                <a:close/>
                <a:moveTo>
                  <a:pt x="98" y="273"/>
                </a:moveTo>
                <a:lnTo>
                  <a:pt x="312" y="273"/>
                </a:lnTo>
                <a:lnTo>
                  <a:pt x="312" y="296"/>
                </a:lnTo>
                <a:lnTo>
                  <a:pt x="98" y="296"/>
                </a:lnTo>
                <a:lnTo>
                  <a:pt x="98" y="273"/>
                </a:lnTo>
                <a:close/>
                <a:moveTo>
                  <a:pt x="552" y="249"/>
                </a:moveTo>
                <a:cubicBezTo>
                  <a:pt x="560" y="252"/>
                  <a:pt x="579" y="262"/>
                  <a:pt x="584" y="265"/>
                </a:cubicBezTo>
                <a:cubicBezTo>
                  <a:pt x="598" y="274"/>
                  <a:pt x="563" y="279"/>
                  <a:pt x="552" y="280"/>
                </a:cubicBezTo>
                <a:lnTo>
                  <a:pt x="552" y="249"/>
                </a:lnTo>
                <a:close/>
                <a:moveTo>
                  <a:pt x="675" y="154"/>
                </a:moveTo>
                <a:cubicBezTo>
                  <a:pt x="644" y="120"/>
                  <a:pt x="613" y="85"/>
                  <a:pt x="581" y="50"/>
                </a:cubicBezTo>
                <a:cubicBezTo>
                  <a:pt x="571" y="39"/>
                  <a:pt x="566" y="39"/>
                  <a:pt x="552" y="37"/>
                </a:cubicBezTo>
                <a:lnTo>
                  <a:pt x="227" y="1"/>
                </a:lnTo>
                <a:cubicBezTo>
                  <a:pt x="221" y="0"/>
                  <a:pt x="218" y="4"/>
                  <a:pt x="223" y="9"/>
                </a:cubicBezTo>
                <a:lnTo>
                  <a:pt x="338" y="134"/>
                </a:lnTo>
                <a:cubicBezTo>
                  <a:pt x="357" y="97"/>
                  <a:pt x="370" y="78"/>
                  <a:pt x="429" y="85"/>
                </a:cubicBezTo>
                <a:cubicBezTo>
                  <a:pt x="469" y="90"/>
                  <a:pt x="498" y="98"/>
                  <a:pt x="536" y="113"/>
                </a:cubicBezTo>
                <a:cubicBezTo>
                  <a:pt x="559" y="122"/>
                  <a:pt x="572" y="129"/>
                  <a:pt x="583" y="148"/>
                </a:cubicBezTo>
                <a:cubicBezTo>
                  <a:pt x="574" y="136"/>
                  <a:pt x="558" y="128"/>
                  <a:pt x="541" y="121"/>
                </a:cubicBezTo>
                <a:cubicBezTo>
                  <a:pt x="507" y="107"/>
                  <a:pt x="469" y="98"/>
                  <a:pt x="432" y="93"/>
                </a:cubicBezTo>
                <a:cubicBezTo>
                  <a:pt x="410" y="91"/>
                  <a:pt x="388" y="91"/>
                  <a:pt x="373" y="103"/>
                </a:cubicBezTo>
                <a:cubicBezTo>
                  <a:pt x="360" y="113"/>
                  <a:pt x="340" y="158"/>
                  <a:pt x="331" y="175"/>
                </a:cubicBezTo>
                <a:cubicBezTo>
                  <a:pt x="326" y="187"/>
                  <a:pt x="333" y="191"/>
                  <a:pt x="342" y="191"/>
                </a:cubicBezTo>
                <a:cubicBezTo>
                  <a:pt x="429" y="195"/>
                  <a:pt x="513" y="218"/>
                  <a:pt x="591" y="258"/>
                </a:cubicBezTo>
                <a:lnTo>
                  <a:pt x="592" y="214"/>
                </a:lnTo>
                <a:cubicBezTo>
                  <a:pt x="620" y="218"/>
                  <a:pt x="647" y="222"/>
                  <a:pt x="675" y="226"/>
                </a:cubicBezTo>
                <a:lnTo>
                  <a:pt x="675" y="154"/>
                </a:lnTo>
                <a:close/>
                <a:moveTo>
                  <a:pt x="738" y="234"/>
                </a:moveTo>
                <a:cubicBezTo>
                  <a:pt x="742" y="235"/>
                  <a:pt x="745" y="230"/>
                  <a:pt x="741" y="226"/>
                </a:cubicBezTo>
                <a:cubicBezTo>
                  <a:pt x="727" y="210"/>
                  <a:pt x="712" y="195"/>
                  <a:pt x="698" y="179"/>
                </a:cubicBezTo>
                <a:lnTo>
                  <a:pt x="698" y="158"/>
                </a:lnTo>
                <a:cubicBezTo>
                  <a:pt x="698" y="155"/>
                  <a:pt x="695" y="152"/>
                  <a:pt x="691" y="152"/>
                </a:cubicBezTo>
                <a:lnTo>
                  <a:pt x="685" y="152"/>
                </a:lnTo>
                <a:lnTo>
                  <a:pt x="685" y="277"/>
                </a:lnTo>
                <a:cubicBezTo>
                  <a:pt x="683" y="278"/>
                  <a:pt x="682" y="279"/>
                  <a:pt x="682" y="282"/>
                </a:cubicBezTo>
                <a:lnTo>
                  <a:pt x="681" y="290"/>
                </a:lnTo>
                <a:cubicBezTo>
                  <a:pt x="681" y="295"/>
                  <a:pt x="683" y="296"/>
                  <a:pt x="683" y="300"/>
                </a:cubicBezTo>
                <a:lnTo>
                  <a:pt x="682" y="310"/>
                </a:lnTo>
                <a:cubicBezTo>
                  <a:pt x="682" y="313"/>
                  <a:pt x="680" y="315"/>
                  <a:pt x="680" y="319"/>
                </a:cubicBezTo>
                <a:lnTo>
                  <a:pt x="671" y="393"/>
                </a:lnTo>
                <a:cubicBezTo>
                  <a:pt x="675" y="401"/>
                  <a:pt x="707" y="402"/>
                  <a:pt x="712" y="393"/>
                </a:cubicBezTo>
                <a:lnTo>
                  <a:pt x="703" y="319"/>
                </a:lnTo>
                <a:cubicBezTo>
                  <a:pt x="703" y="315"/>
                  <a:pt x="701" y="314"/>
                  <a:pt x="700" y="310"/>
                </a:cubicBezTo>
                <a:lnTo>
                  <a:pt x="700" y="300"/>
                </a:lnTo>
                <a:cubicBezTo>
                  <a:pt x="700" y="296"/>
                  <a:pt x="702" y="296"/>
                  <a:pt x="702" y="290"/>
                </a:cubicBezTo>
                <a:lnTo>
                  <a:pt x="701" y="282"/>
                </a:lnTo>
                <a:cubicBezTo>
                  <a:pt x="701" y="279"/>
                  <a:pt x="700" y="278"/>
                  <a:pt x="697" y="277"/>
                </a:cubicBezTo>
                <a:lnTo>
                  <a:pt x="698" y="229"/>
                </a:lnTo>
                <a:cubicBezTo>
                  <a:pt x="711" y="231"/>
                  <a:pt x="724" y="232"/>
                  <a:pt x="738" y="234"/>
                </a:cubicBezTo>
                <a:close/>
                <a:moveTo>
                  <a:pt x="351" y="318"/>
                </a:moveTo>
                <a:lnTo>
                  <a:pt x="344" y="320"/>
                </a:lnTo>
                <a:lnTo>
                  <a:pt x="370" y="455"/>
                </a:lnTo>
                <a:lnTo>
                  <a:pt x="378" y="453"/>
                </a:lnTo>
                <a:lnTo>
                  <a:pt x="376" y="447"/>
                </a:lnTo>
                <a:lnTo>
                  <a:pt x="383" y="445"/>
                </a:lnTo>
                <a:lnTo>
                  <a:pt x="382" y="438"/>
                </a:lnTo>
                <a:lnTo>
                  <a:pt x="389" y="436"/>
                </a:lnTo>
                <a:lnTo>
                  <a:pt x="388" y="429"/>
                </a:lnTo>
                <a:lnTo>
                  <a:pt x="395" y="428"/>
                </a:lnTo>
                <a:lnTo>
                  <a:pt x="394" y="420"/>
                </a:lnTo>
                <a:lnTo>
                  <a:pt x="400" y="419"/>
                </a:lnTo>
                <a:lnTo>
                  <a:pt x="403" y="432"/>
                </a:lnTo>
                <a:lnTo>
                  <a:pt x="409" y="430"/>
                </a:lnTo>
                <a:lnTo>
                  <a:pt x="412" y="443"/>
                </a:lnTo>
                <a:lnTo>
                  <a:pt x="418" y="442"/>
                </a:lnTo>
                <a:lnTo>
                  <a:pt x="420" y="455"/>
                </a:lnTo>
                <a:lnTo>
                  <a:pt x="427" y="453"/>
                </a:lnTo>
                <a:lnTo>
                  <a:pt x="429" y="466"/>
                </a:lnTo>
                <a:lnTo>
                  <a:pt x="434" y="465"/>
                </a:lnTo>
                <a:lnTo>
                  <a:pt x="435" y="472"/>
                </a:lnTo>
                <a:lnTo>
                  <a:pt x="457" y="468"/>
                </a:lnTo>
                <a:lnTo>
                  <a:pt x="455" y="462"/>
                </a:lnTo>
                <a:lnTo>
                  <a:pt x="460" y="461"/>
                </a:lnTo>
                <a:lnTo>
                  <a:pt x="458" y="448"/>
                </a:lnTo>
                <a:lnTo>
                  <a:pt x="451" y="450"/>
                </a:lnTo>
                <a:lnTo>
                  <a:pt x="449" y="437"/>
                </a:lnTo>
                <a:lnTo>
                  <a:pt x="443" y="438"/>
                </a:lnTo>
                <a:lnTo>
                  <a:pt x="440" y="425"/>
                </a:lnTo>
                <a:lnTo>
                  <a:pt x="434" y="427"/>
                </a:lnTo>
                <a:lnTo>
                  <a:pt x="432" y="414"/>
                </a:lnTo>
                <a:lnTo>
                  <a:pt x="425" y="415"/>
                </a:lnTo>
                <a:lnTo>
                  <a:pt x="424" y="409"/>
                </a:lnTo>
                <a:lnTo>
                  <a:pt x="465" y="401"/>
                </a:lnTo>
                <a:lnTo>
                  <a:pt x="463" y="395"/>
                </a:lnTo>
                <a:lnTo>
                  <a:pt x="457" y="396"/>
                </a:lnTo>
                <a:lnTo>
                  <a:pt x="455" y="389"/>
                </a:lnTo>
                <a:lnTo>
                  <a:pt x="448" y="390"/>
                </a:lnTo>
                <a:lnTo>
                  <a:pt x="446" y="383"/>
                </a:lnTo>
                <a:lnTo>
                  <a:pt x="439" y="384"/>
                </a:lnTo>
                <a:lnTo>
                  <a:pt x="438" y="377"/>
                </a:lnTo>
                <a:lnTo>
                  <a:pt x="430" y="378"/>
                </a:lnTo>
                <a:lnTo>
                  <a:pt x="429" y="371"/>
                </a:lnTo>
                <a:lnTo>
                  <a:pt x="422" y="373"/>
                </a:lnTo>
                <a:lnTo>
                  <a:pt x="420" y="365"/>
                </a:lnTo>
                <a:lnTo>
                  <a:pt x="413" y="367"/>
                </a:lnTo>
                <a:lnTo>
                  <a:pt x="411" y="359"/>
                </a:lnTo>
                <a:lnTo>
                  <a:pt x="404" y="361"/>
                </a:lnTo>
                <a:lnTo>
                  <a:pt x="403" y="354"/>
                </a:lnTo>
                <a:lnTo>
                  <a:pt x="395" y="355"/>
                </a:lnTo>
                <a:lnTo>
                  <a:pt x="394" y="348"/>
                </a:lnTo>
                <a:lnTo>
                  <a:pt x="387" y="349"/>
                </a:lnTo>
                <a:lnTo>
                  <a:pt x="385" y="342"/>
                </a:lnTo>
                <a:lnTo>
                  <a:pt x="378" y="343"/>
                </a:lnTo>
                <a:lnTo>
                  <a:pt x="377" y="336"/>
                </a:lnTo>
                <a:lnTo>
                  <a:pt x="369" y="337"/>
                </a:lnTo>
                <a:lnTo>
                  <a:pt x="368" y="330"/>
                </a:lnTo>
                <a:lnTo>
                  <a:pt x="360" y="331"/>
                </a:lnTo>
                <a:lnTo>
                  <a:pt x="359" y="324"/>
                </a:lnTo>
                <a:lnTo>
                  <a:pt x="353" y="325"/>
                </a:lnTo>
                <a:lnTo>
                  <a:pt x="351" y="318"/>
                </a:lnTo>
                <a:close/>
                <a:moveTo>
                  <a:pt x="69" y="239"/>
                </a:moveTo>
                <a:lnTo>
                  <a:pt x="506" y="239"/>
                </a:lnTo>
                <a:lnTo>
                  <a:pt x="506" y="497"/>
                </a:lnTo>
                <a:lnTo>
                  <a:pt x="69" y="497"/>
                </a:lnTo>
                <a:lnTo>
                  <a:pt x="69" y="239"/>
                </a:lnTo>
                <a:close/>
              </a:path>
            </a:pathLst>
          </a:custGeom>
          <a:solidFill>
            <a:srgbClr val="1E4D8A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Freeform 27">
            <a:extLst>
              <a:ext uri="{FF2B5EF4-FFF2-40B4-BE49-F238E27FC236}">
                <a16:creationId xmlns:a16="http://schemas.microsoft.com/office/drawing/2014/main" id="{D634A3B9-746F-46BA-881D-BE34CF832F67}"/>
              </a:ext>
            </a:extLst>
          </p:cNvPr>
          <p:cNvSpPr>
            <a:spLocks noEditPoints="1"/>
          </p:cNvSpPr>
          <p:nvPr/>
        </p:nvSpPr>
        <p:spPr bwMode="auto">
          <a:xfrm>
            <a:off x="6824983" y="2338642"/>
            <a:ext cx="832485" cy="735330"/>
          </a:xfrm>
          <a:custGeom>
            <a:avLst/>
            <a:gdLst>
              <a:gd name="T0" fmla="*/ 284 w 683"/>
              <a:gd name="T1" fmla="*/ 381 h 601"/>
              <a:gd name="T2" fmla="*/ 595 w 683"/>
              <a:gd name="T3" fmla="*/ 392 h 601"/>
              <a:gd name="T4" fmla="*/ 589 w 683"/>
              <a:gd name="T5" fmla="*/ 359 h 601"/>
              <a:gd name="T6" fmla="*/ 285 w 683"/>
              <a:gd name="T7" fmla="*/ 371 h 601"/>
              <a:gd name="T8" fmla="*/ 589 w 683"/>
              <a:gd name="T9" fmla="*/ 359 h 601"/>
              <a:gd name="T10" fmla="*/ 282 w 683"/>
              <a:gd name="T11" fmla="*/ 338 h 601"/>
              <a:gd name="T12" fmla="*/ 591 w 683"/>
              <a:gd name="T13" fmla="*/ 349 h 601"/>
              <a:gd name="T14" fmla="*/ 269 w 683"/>
              <a:gd name="T15" fmla="*/ 324 h 601"/>
              <a:gd name="T16" fmla="*/ 607 w 683"/>
              <a:gd name="T17" fmla="*/ 408 h 601"/>
              <a:gd name="T18" fmla="*/ 261 w 683"/>
              <a:gd name="T19" fmla="*/ 432 h 601"/>
              <a:gd name="T20" fmla="*/ 242 w 683"/>
              <a:gd name="T21" fmla="*/ 316 h 601"/>
              <a:gd name="T22" fmla="*/ 607 w 683"/>
              <a:gd name="T23" fmla="*/ 300 h 601"/>
              <a:gd name="T24" fmla="*/ 269 w 683"/>
              <a:gd name="T25" fmla="*/ 324 h 601"/>
              <a:gd name="T26" fmla="*/ 345 w 683"/>
              <a:gd name="T27" fmla="*/ 39 h 601"/>
              <a:gd name="T28" fmla="*/ 335 w 683"/>
              <a:gd name="T29" fmla="*/ 3 h 601"/>
              <a:gd name="T30" fmla="*/ 350 w 683"/>
              <a:gd name="T31" fmla="*/ 1 h 601"/>
              <a:gd name="T32" fmla="*/ 411 w 683"/>
              <a:gd name="T33" fmla="*/ 39 h 601"/>
              <a:gd name="T34" fmla="*/ 367 w 683"/>
              <a:gd name="T35" fmla="*/ 56 h 601"/>
              <a:gd name="T36" fmla="*/ 366 w 683"/>
              <a:gd name="T37" fmla="*/ 105 h 601"/>
              <a:gd name="T38" fmla="*/ 353 w 683"/>
              <a:gd name="T39" fmla="*/ 218 h 601"/>
              <a:gd name="T40" fmla="*/ 380 w 683"/>
              <a:gd name="T41" fmla="*/ 107 h 601"/>
              <a:gd name="T42" fmla="*/ 486 w 683"/>
              <a:gd name="T43" fmla="*/ 87 h 601"/>
              <a:gd name="T44" fmla="*/ 441 w 683"/>
              <a:gd name="T45" fmla="*/ 285 h 601"/>
              <a:gd name="T46" fmla="*/ 406 w 683"/>
              <a:gd name="T47" fmla="*/ 285 h 601"/>
              <a:gd name="T48" fmla="*/ 361 w 683"/>
              <a:gd name="T49" fmla="*/ 87 h 601"/>
              <a:gd name="T50" fmla="*/ 430 w 683"/>
              <a:gd name="T51" fmla="*/ 30 h 601"/>
              <a:gd name="T52" fmla="*/ 429 w 683"/>
              <a:gd name="T53" fmla="*/ 88 h 601"/>
              <a:gd name="T54" fmla="*/ 237 w 683"/>
              <a:gd name="T55" fmla="*/ 540 h 601"/>
              <a:gd name="T56" fmla="*/ 637 w 683"/>
              <a:gd name="T57" fmla="*/ 553 h 601"/>
              <a:gd name="T58" fmla="*/ 237 w 683"/>
              <a:gd name="T59" fmla="*/ 540 h 601"/>
              <a:gd name="T60" fmla="*/ 634 w 683"/>
              <a:gd name="T61" fmla="*/ 515 h 601"/>
              <a:gd name="T62" fmla="*/ 239 w 683"/>
              <a:gd name="T63" fmla="*/ 528 h 601"/>
              <a:gd name="T64" fmla="*/ 231 w 683"/>
              <a:gd name="T65" fmla="*/ 491 h 601"/>
              <a:gd name="T66" fmla="*/ 635 w 683"/>
              <a:gd name="T67" fmla="*/ 504 h 601"/>
              <a:gd name="T68" fmla="*/ 231 w 683"/>
              <a:gd name="T69" fmla="*/ 491 h 601"/>
              <a:gd name="T70" fmla="*/ 652 w 683"/>
              <a:gd name="T71" fmla="*/ 570 h 601"/>
              <a:gd name="T72" fmla="*/ 219 w 683"/>
              <a:gd name="T73" fmla="*/ 598 h 601"/>
              <a:gd name="T74" fmla="*/ 683 w 683"/>
              <a:gd name="T75" fmla="*/ 580 h 601"/>
              <a:gd name="T76" fmla="*/ 662 w 683"/>
              <a:gd name="T77" fmla="*/ 447 h 601"/>
              <a:gd name="T78" fmla="*/ 219 w 683"/>
              <a:gd name="T79" fmla="*/ 475 h 601"/>
              <a:gd name="T80" fmla="*/ 223 w 683"/>
              <a:gd name="T81" fmla="*/ 189 h 601"/>
              <a:gd name="T82" fmla="*/ 103 w 683"/>
              <a:gd name="T83" fmla="*/ 549 h 601"/>
              <a:gd name="T84" fmla="*/ 223 w 683"/>
              <a:gd name="T85" fmla="*/ 189 h 601"/>
              <a:gd name="T86" fmla="*/ 72 w 683"/>
              <a:gd name="T87" fmla="*/ 534 h 601"/>
              <a:gd name="T88" fmla="*/ 213 w 683"/>
              <a:gd name="T89" fmla="*/ 187 h 601"/>
              <a:gd name="T90" fmla="*/ 183 w 683"/>
              <a:gd name="T91" fmla="*/ 168 h 601"/>
              <a:gd name="T92" fmla="*/ 62 w 683"/>
              <a:gd name="T93" fmla="*/ 531 h 601"/>
              <a:gd name="T94" fmla="*/ 183 w 683"/>
              <a:gd name="T95" fmla="*/ 168 h 601"/>
              <a:gd name="T96" fmla="*/ 114 w 683"/>
              <a:gd name="T97" fmla="*/ 568 h 601"/>
              <a:gd name="T98" fmla="*/ 280 w 683"/>
              <a:gd name="T99" fmla="*/ 192 h 601"/>
              <a:gd name="T100" fmla="*/ 112 w 683"/>
              <a:gd name="T101" fmla="*/ 597 h 601"/>
              <a:gd name="T102" fmla="*/ 4 w 683"/>
              <a:gd name="T103" fmla="*/ 536 h 601"/>
              <a:gd name="T104" fmla="*/ 173 w 683"/>
              <a:gd name="T105" fmla="*/ 152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83" h="601">
                <a:moveTo>
                  <a:pt x="591" y="381"/>
                </a:moveTo>
                <a:lnTo>
                  <a:pt x="284" y="381"/>
                </a:lnTo>
                <a:cubicBezTo>
                  <a:pt x="284" y="385"/>
                  <a:pt x="283" y="389"/>
                  <a:pt x="282" y="392"/>
                </a:cubicBezTo>
                <a:lnTo>
                  <a:pt x="595" y="392"/>
                </a:lnTo>
                <a:cubicBezTo>
                  <a:pt x="593" y="389"/>
                  <a:pt x="592" y="385"/>
                  <a:pt x="591" y="381"/>
                </a:cubicBezTo>
                <a:close/>
                <a:moveTo>
                  <a:pt x="589" y="359"/>
                </a:moveTo>
                <a:lnTo>
                  <a:pt x="285" y="359"/>
                </a:lnTo>
                <a:cubicBezTo>
                  <a:pt x="285" y="363"/>
                  <a:pt x="285" y="367"/>
                  <a:pt x="285" y="371"/>
                </a:cubicBezTo>
                <a:lnTo>
                  <a:pt x="589" y="371"/>
                </a:lnTo>
                <a:cubicBezTo>
                  <a:pt x="588" y="367"/>
                  <a:pt x="588" y="363"/>
                  <a:pt x="589" y="359"/>
                </a:cubicBezTo>
                <a:close/>
                <a:moveTo>
                  <a:pt x="595" y="338"/>
                </a:moveTo>
                <a:lnTo>
                  <a:pt x="282" y="338"/>
                </a:lnTo>
                <a:cubicBezTo>
                  <a:pt x="283" y="342"/>
                  <a:pt x="284" y="345"/>
                  <a:pt x="284" y="349"/>
                </a:cubicBezTo>
                <a:lnTo>
                  <a:pt x="591" y="349"/>
                </a:lnTo>
                <a:cubicBezTo>
                  <a:pt x="592" y="345"/>
                  <a:pt x="593" y="341"/>
                  <a:pt x="595" y="338"/>
                </a:cubicBezTo>
                <a:close/>
                <a:moveTo>
                  <a:pt x="269" y="324"/>
                </a:moveTo>
                <a:lnTo>
                  <a:pt x="269" y="408"/>
                </a:lnTo>
                <a:lnTo>
                  <a:pt x="607" y="408"/>
                </a:lnTo>
                <a:lnTo>
                  <a:pt x="607" y="432"/>
                </a:lnTo>
                <a:lnTo>
                  <a:pt x="261" y="432"/>
                </a:lnTo>
                <a:cubicBezTo>
                  <a:pt x="251" y="432"/>
                  <a:pt x="242" y="425"/>
                  <a:pt x="242" y="416"/>
                </a:cubicBezTo>
                <a:lnTo>
                  <a:pt x="242" y="316"/>
                </a:lnTo>
                <a:cubicBezTo>
                  <a:pt x="242" y="307"/>
                  <a:pt x="251" y="300"/>
                  <a:pt x="261" y="300"/>
                </a:cubicBezTo>
                <a:lnTo>
                  <a:pt x="607" y="300"/>
                </a:lnTo>
                <a:lnTo>
                  <a:pt x="607" y="324"/>
                </a:lnTo>
                <a:lnTo>
                  <a:pt x="269" y="324"/>
                </a:lnTo>
                <a:close/>
                <a:moveTo>
                  <a:pt x="367" y="56"/>
                </a:moveTo>
                <a:cubicBezTo>
                  <a:pt x="354" y="55"/>
                  <a:pt x="348" y="48"/>
                  <a:pt x="345" y="39"/>
                </a:cubicBezTo>
                <a:cubicBezTo>
                  <a:pt x="342" y="31"/>
                  <a:pt x="343" y="26"/>
                  <a:pt x="343" y="18"/>
                </a:cubicBezTo>
                <a:cubicBezTo>
                  <a:pt x="342" y="8"/>
                  <a:pt x="336" y="5"/>
                  <a:pt x="335" y="3"/>
                </a:cubicBezTo>
                <a:cubicBezTo>
                  <a:pt x="335" y="2"/>
                  <a:pt x="337" y="1"/>
                  <a:pt x="341" y="1"/>
                </a:cubicBezTo>
                <a:cubicBezTo>
                  <a:pt x="344" y="1"/>
                  <a:pt x="347" y="0"/>
                  <a:pt x="350" y="1"/>
                </a:cubicBezTo>
                <a:cubicBezTo>
                  <a:pt x="356" y="1"/>
                  <a:pt x="365" y="2"/>
                  <a:pt x="366" y="2"/>
                </a:cubicBezTo>
                <a:cubicBezTo>
                  <a:pt x="385" y="6"/>
                  <a:pt x="409" y="16"/>
                  <a:pt x="411" y="39"/>
                </a:cubicBezTo>
                <a:cubicBezTo>
                  <a:pt x="413" y="49"/>
                  <a:pt x="412" y="61"/>
                  <a:pt x="402" y="65"/>
                </a:cubicBezTo>
                <a:cubicBezTo>
                  <a:pt x="395" y="55"/>
                  <a:pt x="378" y="57"/>
                  <a:pt x="367" y="56"/>
                </a:cubicBezTo>
                <a:close/>
                <a:moveTo>
                  <a:pt x="394" y="102"/>
                </a:moveTo>
                <a:cubicBezTo>
                  <a:pt x="385" y="99"/>
                  <a:pt x="378" y="99"/>
                  <a:pt x="366" y="105"/>
                </a:cubicBezTo>
                <a:cubicBezTo>
                  <a:pt x="342" y="116"/>
                  <a:pt x="331" y="144"/>
                  <a:pt x="333" y="169"/>
                </a:cubicBezTo>
                <a:cubicBezTo>
                  <a:pt x="334" y="186"/>
                  <a:pt x="341" y="205"/>
                  <a:pt x="353" y="218"/>
                </a:cubicBezTo>
                <a:cubicBezTo>
                  <a:pt x="349" y="207"/>
                  <a:pt x="346" y="195"/>
                  <a:pt x="345" y="184"/>
                </a:cubicBezTo>
                <a:cubicBezTo>
                  <a:pt x="343" y="154"/>
                  <a:pt x="354" y="121"/>
                  <a:pt x="380" y="107"/>
                </a:cubicBezTo>
                <a:cubicBezTo>
                  <a:pt x="385" y="105"/>
                  <a:pt x="390" y="103"/>
                  <a:pt x="394" y="102"/>
                </a:cubicBezTo>
                <a:close/>
                <a:moveTo>
                  <a:pt x="486" y="87"/>
                </a:moveTo>
                <a:cubicBezTo>
                  <a:pt x="519" y="102"/>
                  <a:pt x="539" y="139"/>
                  <a:pt x="537" y="182"/>
                </a:cubicBezTo>
                <a:cubicBezTo>
                  <a:pt x="533" y="239"/>
                  <a:pt x="490" y="285"/>
                  <a:pt x="441" y="285"/>
                </a:cubicBezTo>
                <a:cubicBezTo>
                  <a:pt x="435" y="285"/>
                  <a:pt x="429" y="280"/>
                  <a:pt x="424" y="278"/>
                </a:cubicBezTo>
                <a:cubicBezTo>
                  <a:pt x="418" y="280"/>
                  <a:pt x="412" y="285"/>
                  <a:pt x="406" y="285"/>
                </a:cubicBezTo>
                <a:cubicBezTo>
                  <a:pt x="357" y="285"/>
                  <a:pt x="315" y="239"/>
                  <a:pt x="311" y="182"/>
                </a:cubicBezTo>
                <a:cubicBezTo>
                  <a:pt x="308" y="139"/>
                  <a:pt x="329" y="102"/>
                  <a:pt x="361" y="87"/>
                </a:cubicBezTo>
                <a:cubicBezTo>
                  <a:pt x="385" y="75"/>
                  <a:pt x="397" y="79"/>
                  <a:pt x="417" y="88"/>
                </a:cubicBezTo>
                <a:cubicBezTo>
                  <a:pt x="415" y="72"/>
                  <a:pt x="414" y="48"/>
                  <a:pt x="430" y="30"/>
                </a:cubicBezTo>
                <a:cubicBezTo>
                  <a:pt x="434" y="28"/>
                  <a:pt x="443" y="32"/>
                  <a:pt x="443" y="40"/>
                </a:cubicBezTo>
                <a:cubicBezTo>
                  <a:pt x="430" y="55"/>
                  <a:pt x="429" y="76"/>
                  <a:pt x="429" y="88"/>
                </a:cubicBezTo>
                <a:cubicBezTo>
                  <a:pt x="450" y="79"/>
                  <a:pt x="462" y="75"/>
                  <a:pt x="486" y="87"/>
                </a:cubicBezTo>
                <a:close/>
                <a:moveTo>
                  <a:pt x="237" y="540"/>
                </a:moveTo>
                <a:lnTo>
                  <a:pt x="635" y="540"/>
                </a:lnTo>
                <a:cubicBezTo>
                  <a:pt x="635" y="544"/>
                  <a:pt x="636" y="549"/>
                  <a:pt x="637" y="553"/>
                </a:cubicBezTo>
                <a:lnTo>
                  <a:pt x="231" y="553"/>
                </a:lnTo>
                <a:cubicBezTo>
                  <a:pt x="234" y="549"/>
                  <a:pt x="236" y="545"/>
                  <a:pt x="237" y="540"/>
                </a:cubicBezTo>
                <a:close/>
                <a:moveTo>
                  <a:pt x="239" y="515"/>
                </a:moveTo>
                <a:lnTo>
                  <a:pt x="634" y="515"/>
                </a:lnTo>
                <a:cubicBezTo>
                  <a:pt x="634" y="520"/>
                  <a:pt x="634" y="524"/>
                  <a:pt x="634" y="528"/>
                </a:cubicBezTo>
                <a:lnTo>
                  <a:pt x="239" y="528"/>
                </a:lnTo>
                <a:cubicBezTo>
                  <a:pt x="240" y="524"/>
                  <a:pt x="240" y="520"/>
                  <a:pt x="239" y="515"/>
                </a:cubicBezTo>
                <a:close/>
                <a:moveTo>
                  <a:pt x="231" y="491"/>
                </a:moveTo>
                <a:lnTo>
                  <a:pt x="637" y="491"/>
                </a:lnTo>
                <a:cubicBezTo>
                  <a:pt x="636" y="495"/>
                  <a:pt x="635" y="499"/>
                  <a:pt x="635" y="504"/>
                </a:cubicBezTo>
                <a:lnTo>
                  <a:pt x="237" y="504"/>
                </a:lnTo>
                <a:cubicBezTo>
                  <a:pt x="236" y="499"/>
                  <a:pt x="234" y="495"/>
                  <a:pt x="231" y="491"/>
                </a:cubicBezTo>
                <a:close/>
                <a:moveTo>
                  <a:pt x="652" y="475"/>
                </a:moveTo>
                <a:lnTo>
                  <a:pt x="652" y="570"/>
                </a:lnTo>
                <a:lnTo>
                  <a:pt x="219" y="570"/>
                </a:lnTo>
                <a:lnTo>
                  <a:pt x="219" y="598"/>
                </a:lnTo>
                <a:lnTo>
                  <a:pt x="662" y="598"/>
                </a:lnTo>
                <a:cubicBezTo>
                  <a:pt x="674" y="598"/>
                  <a:pt x="683" y="590"/>
                  <a:pt x="683" y="580"/>
                </a:cubicBezTo>
                <a:lnTo>
                  <a:pt x="683" y="465"/>
                </a:lnTo>
                <a:cubicBezTo>
                  <a:pt x="683" y="455"/>
                  <a:pt x="674" y="447"/>
                  <a:pt x="662" y="447"/>
                </a:cubicBezTo>
                <a:lnTo>
                  <a:pt x="219" y="447"/>
                </a:lnTo>
                <a:lnTo>
                  <a:pt x="219" y="475"/>
                </a:lnTo>
                <a:lnTo>
                  <a:pt x="652" y="475"/>
                </a:lnTo>
                <a:close/>
                <a:moveTo>
                  <a:pt x="223" y="189"/>
                </a:moveTo>
                <a:lnTo>
                  <a:pt x="93" y="543"/>
                </a:lnTo>
                <a:cubicBezTo>
                  <a:pt x="97" y="545"/>
                  <a:pt x="100" y="547"/>
                  <a:pt x="103" y="549"/>
                </a:cubicBezTo>
                <a:lnTo>
                  <a:pt x="236" y="188"/>
                </a:lnTo>
                <a:cubicBezTo>
                  <a:pt x="232" y="189"/>
                  <a:pt x="228" y="189"/>
                  <a:pt x="223" y="189"/>
                </a:cubicBezTo>
                <a:close/>
                <a:moveTo>
                  <a:pt x="201" y="183"/>
                </a:moveTo>
                <a:lnTo>
                  <a:pt x="72" y="534"/>
                </a:lnTo>
                <a:cubicBezTo>
                  <a:pt x="76" y="535"/>
                  <a:pt x="79" y="537"/>
                  <a:pt x="83" y="538"/>
                </a:cubicBezTo>
                <a:lnTo>
                  <a:pt x="213" y="187"/>
                </a:lnTo>
                <a:cubicBezTo>
                  <a:pt x="209" y="186"/>
                  <a:pt x="205" y="185"/>
                  <a:pt x="201" y="183"/>
                </a:cubicBezTo>
                <a:close/>
                <a:moveTo>
                  <a:pt x="183" y="168"/>
                </a:moveTo>
                <a:lnTo>
                  <a:pt x="50" y="529"/>
                </a:lnTo>
                <a:cubicBezTo>
                  <a:pt x="53" y="530"/>
                  <a:pt x="57" y="531"/>
                  <a:pt x="62" y="531"/>
                </a:cubicBezTo>
                <a:lnTo>
                  <a:pt x="192" y="177"/>
                </a:lnTo>
                <a:cubicBezTo>
                  <a:pt x="189" y="175"/>
                  <a:pt x="185" y="172"/>
                  <a:pt x="183" y="168"/>
                </a:cubicBezTo>
                <a:close/>
                <a:moveTo>
                  <a:pt x="31" y="537"/>
                </a:moveTo>
                <a:lnTo>
                  <a:pt x="114" y="568"/>
                </a:lnTo>
                <a:lnTo>
                  <a:pt x="256" y="183"/>
                </a:lnTo>
                <a:lnTo>
                  <a:pt x="280" y="192"/>
                </a:lnTo>
                <a:lnTo>
                  <a:pt x="135" y="585"/>
                </a:lnTo>
                <a:cubicBezTo>
                  <a:pt x="131" y="595"/>
                  <a:pt x="121" y="601"/>
                  <a:pt x="112" y="597"/>
                </a:cubicBezTo>
                <a:lnTo>
                  <a:pt x="13" y="561"/>
                </a:lnTo>
                <a:cubicBezTo>
                  <a:pt x="4" y="558"/>
                  <a:pt x="0" y="547"/>
                  <a:pt x="4" y="536"/>
                </a:cubicBezTo>
                <a:lnTo>
                  <a:pt x="149" y="144"/>
                </a:lnTo>
                <a:lnTo>
                  <a:pt x="173" y="152"/>
                </a:lnTo>
                <a:lnTo>
                  <a:pt x="31" y="537"/>
                </a:lnTo>
                <a:close/>
              </a:path>
            </a:pathLst>
          </a:custGeom>
          <a:solidFill>
            <a:srgbClr val="1E4D8A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0CBFD4-A96A-4633-BE4F-0A69A1CBCC67}"/>
              </a:ext>
            </a:extLst>
          </p:cNvPr>
          <p:cNvSpPr txBox="1"/>
          <p:nvPr/>
        </p:nvSpPr>
        <p:spPr>
          <a:xfrm>
            <a:off x="1340806" y="3814555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0536F7-650E-41AE-898C-14E56ECA5DAC}"/>
              </a:ext>
            </a:extLst>
          </p:cNvPr>
          <p:cNvSpPr txBox="1"/>
          <p:nvPr/>
        </p:nvSpPr>
        <p:spPr>
          <a:xfrm>
            <a:off x="3765236" y="3814555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55E0A9-EE10-43FA-822A-F897AA862E77}"/>
              </a:ext>
            </a:extLst>
          </p:cNvPr>
          <p:cNvSpPr txBox="1"/>
          <p:nvPr/>
        </p:nvSpPr>
        <p:spPr>
          <a:xfrm>
            <a:off x="3636014" y="4121087"/>
            <a:ext cx="2361565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研究目标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BE209C-655B-46F2-B191-1E0E1537EBF5}"/>
              </a:ext>
            </a:extLst>
          </p:cNvPr>
          <p:cNvSpPr txBox="1"/>
          <p:nvPr/>
        </p:nvSpPr>
        <p:spPr>
          <a:xfrm>
            <a:off x="6189666" y="3814555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6E2CED-144F-476B-BF7B-8AE7C097614E}"/>
              </a:ext>
            </a:extLst>
          </p:cNvPr>
          <p:cNvSpPr txBox="1"/>
          <p:nvPr/>
        </p:nvSpPr>
        <p:spPr>
          <a:xfrm>
            <a:off x="6060444" y="4121087"/>
            <a:ext cx="2361565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成果形式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F31784-CA9B-4D8F-86B4-F23146FFF4CA}"/>
              </a:ext>
            </a:extLst>
          </p:cNvPr>
          <p:cNvSpPr txBox="1"/>
          <p:nvPr/>
        </p:nvSpPr>
        <p:spPr>
          <a:xfrm>
            <a:off x="8613461" y="3814555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E608DD-062F-42C3-955F-83058C495FEC}"/>
              </a:ext>
            </a:extLst>
          </p:cNvPr>
          <p:cNvSpPr txBox="1"/>
          <p:nvPr/>
        </p:nvSpPr>
        <p:spPr>
          <a:xfrm>
            <a:off x="8484239" y="4121087"/>
            <a:ext cx="2361565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应用前景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B2D4B5-1E6D-4CDC-9AB9-568B24938B72}"/>
              </a:ext>
            </a:extLst>
          </p:cNvPr>
          <p:cNvSpPr txBox="1"/>
          <p:nvPr/>
        </p:nvSpPr>
        <p:spPr>
          <a:xfrm>
            <a:off x="1335851" y="359173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研究成果与应用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3DD01E-11E9-476C-B6C3-2D7159335C7C}"/>
              </a:ext>
            </a:extLst>
          </p:cNvPr>
          <p:cNvSpPr txBox="1"/>
          <p:nvPr/>
        </p:nvSpPr>
        <p:spPr>
          <a:xfrm>
            <a:off x="1211584" y="4121087"/>
            <a:ext cx="2361565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研究成果与应用</a:t>
            </a:r>
          </a:p>
        </p:txBody>
      </p:sp>
    </p:spTree>
    <p:extLst>
      <p:ext uri="{BB962C8B-B14F-4D97-AF65-F5344CB8AC3E}">
        <p14:creationId xmlns:p14="http://schemas.microsoft.com/office/powerpoint/2010/main" val="259926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"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id="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0" grpId="0"/>
      <p:bldP spid="2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7B2D4B5-1E6D-4CDC-9AB9-568B24938B72}"/>
              </a:ext>
            </a:extLst>
          </p:cNvPr>
          <p:cNvSpPr txBox="1"/>
          <p:nvPr/>
        </p:nvSpPr>
        <p:spPr>
          <a:xfrm>
            <a:off x="1335851" y="359173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04AECB-41B2-45C8-8403-A94ECA131EB1}"/>
              </a:ext>
            </a:extLst>
          </p:cNvPr>
          <p:cNvSpPr txBox="1"/>
          <p:nvPr/>
        </p:nvSpPr>
        <p:spPr>
          <a:xfrm>
            <a:off x="1335853" y="732425"/>
            <a:ext cx="3317240" cy="357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endParaRPr lang="zh-CN" altLang="en-US" sz="1000" kern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7" name="圆角矩形 9">
            <a:extLst>
              <a:ext uri="{FF2B5EF4-FFF2-40B4-BE49-F238E27FC236}">
                <a16:creationId xmlns:a16="http://schemas.microsoft.com/office/drawing/2014/main" id="{E7B77960-23B9-4F82-985C-2E9D8207CD18}"/>
              </a:ext>
            </a:extLst>
          </p:cNvPr>
          <p:cNvSpPr/>
          <p:nvPr/>
        </p:nvSpPr>
        <p:spPr>
          <a:xfrm>
            <a:off x="463553" y="341800"/>
            <a:ext cx="748031" cy="748031"/>
          </a:xfrm>
          <a:prstGeom prst="roundRect">
            <a:avLst/>
          </a:prstGeom>
          <a:solidFill>
            <a:srgbClr val="035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D130156-2C81-4B45-82E7-0B93F50F2FD8}"/>
              </a:ext>
            </a:extLst>
          </p:cNvPr>
          <p:cNvCxnSpPr>
            <a:cxnSpLocks/>
          </p:cNvCxnSpPr>
          <p:nvPr/>
        </p:nvCxnSpPr>
        <p:spPr>
          <a:xfrm>
            <a:off x="4360993" y="590698"/>
            <a:ext cx="7513507" cy="0"/>
          </a:xfrm>
          <a:prstGeom prst="line">
            <a:avLst/>
          </a:prstGeom>
          <a:ln>
            <a:solidFill>
              <a:srgbClr val="1E4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5">
            <a:extLst>
              <a:ext uri="{FF2B5EF4-FFF2-40B4-BE49-F238E27FC236}">
                <a16:creationId xmlns:a16="http://schemas.microsoft.com/office/drawing/2014/main" id="{B7A4374B-D7F7-4A33-A2CE-A8FE9C39EF23}"/>
              </a:ext>
            </a:extLst>
          </p:cNvPr>
          <p:cNvSpPr/>
          <p:nvPr/>
        </p:nvSpPr>
        <p:spPr>
          <a:xfrm>
            <a:off x="716915" y="2297430"/>
            <a:ext cx="2480945" cy="3425825"/>
          </a:xfrm>
          <a:prstGeom prst="round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相关问题分析</a:t>
            </a:r>
          </a:p>
        </p:txBody>
      </p:sp>
      <p:sp>
        <p:nvSpPr>
          <p:cNvPr id="10" name="圆角矩形 6">
            <a:extLst>
              <a:ext uri="{FF2B5EF4-FFF2-40B4-BE49-F238E27FC236}">
                <a16:creationId xmlns:a16="http://schemas.microsoft.com/office/drawing/2014/main" id="{76827D75-9B84-4157-A960-C776F064FD7E}"/>
              </a:ext>
            </a:extLst>
          </p:cNvPr>
          <p:cNvSpPr/>
          <p:nvPr/>
        </p:nvSpPr>
        <p:spPr>
          <a:xfrm>
            <a:off x="3452495" y="2297430"/>
            <a:ext cx="2480945" cy="3425825"/>
          </a:xfrm>
          <a:prstGeom prst="round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相关对策</a:t>
            </a:r>
          </a:p>
        </p:txBody>
      </p:sp>
      <p:sp>
        <p:nvSpPr>
          <p:cNvPr id="11" name="圆角矩形 7">
            <a:extLst>
              <a:ext uri="{FF2B5EF4-FFF2-40B4-BE49-F238E27FC236}">
                <a16:creationId xmlns:a16="http://schemas.microsoft.com/office/drawing/2014/main" id="{19B3F2B1-17FB-4DF1-AF89-F582739DA0EA}"/>
              </a:ext>
            </a:extLst>
          </p:cNvPr>
          <p:cNvSpPr/>
          <p:nvPr/>
        </p:nvSpPr>
        <p:spPr>
          <a:xfrm>
            <a:off x="6188075" y="2297430"/>
            <a:ext cx="2480945" cy="3425825"/>
          </a:xfrm>
          <a:prstGeom prst="round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研究总结</a:t>
            </a:r>
          </a:p>
        </p:txBody>
      </p:sp>
      <p:sp>
        <p:nvSpPr>
          <p:cNvPr id="12" name="圆角矩形 8">
            <a:extLst>
              <a:ext uri="{FF2B5EF4-FFF2-40B4-BE49-F238E27FC236}">
                <a16:creationId xmlns:a16="http://schemas.microsoft.com/office/drawing/2014/main" id="{F9D100E4-D130-4108-8AE3-9A10A786318A}"/>
              </a:ext>
            </a:extLst>
          </p:cNvPr>
          <p:cNvSpPr/>
          <p:nvPr/>
        </p:nvSpPr>
        <p:spPr>
          <a:xfrm>
            <a:off x="8923655" y="2297430"/>
            <a:ext cx="2480945" cy="3425825"/>
          </a:xfrm>
          <a:prstGeom prst="roundRect">
            <a:avLst/>
          </a:prstGeom>
          <a:solidFill>
            <a:srgbClr val="1E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展望未来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C9A23A1-6F4A-4E0E-9903-3707325CE11A}"/>
              </a:ext>
            </a:extLst>
          </p:cNvPr>
          <p:cNvSpPr/>
          <p:nvPr/>
        </p:nvSpPr>
        <p:spPr>
          <a:xfrm>
            <a:off x="1558925" y="1870075"/>
            <a:ext cx="796925" cy="796925"/>
          </a:xfrm>
          <a:prstGeom prst="ellipse">
            <a:avLst/>
          </a:prstGeom>
          <a:solidFill>
            <a:schemeClr val="bg1"/>
          </a:solidFill>
          <a:ln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43EB03C-29F6-4D96-8C43-E6451BCFD697}"/>
              </a:ext>
            </a:extLst>
          </p:cNvPr>
          <p:cNvSpPr/>
          <p:nvPr/>
        </p:nvSpPr>
        <p:spPr>
          <a:xfrm>
            <a:off x="4294505" y="1870075"/>
            <a:ext cx="796925" cy="796925"/>
          </a:xfrm>
          <a:prstGeom prst="ellipse">
            <a:avLst/>
          </a:prstGeom>
          <a:solidFill>
            <a:schemeClr val="bg1"/>
          </a:solidFill>
          <a:ln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C50C68E-4DA0-4B4D-A185-D9D9BF8B7750}"/>
              </a:ext>
            </a:extLst>
          </p:cNvPr>
          <p:cNvSpPr/>
          <p:nvPr/>
        </p:nvSpPr>
        <p:spPr>
          <a:xfrm>
            <a:off x="7030085" y="1870075"/>
            <a:ext cx="796925" cy="796925"/>
          </a:xfrm>
          <a:prstGeom prst="ellipse">
            <a:avLst/>
          </a:prstGeom>
          <a:solidFill>
            <a:schemeClr val="bg1"/>
          </a:solidFill>
          <a:ln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8984C90-20B2-487A-8C10-F96FB77D2154}"/>
              </a:ext>
            </a:extLst>
          </p:cNvPr>
          <p:cNvSpPr/>
          <p:nvPr/>
        </p:nvSpPr>
        <p:spPr>
          <a:xfrm>
            <a:off x="9765665" y="1870075"/>
            <a:ext cx="796925" cy="796925"/>
          </a:xfrm>
          <a:prstGeom prst="ellipse">
            <a:avLst/>
          </a:prstGeom>
          <a:solidFill>
            <a:schemeClr val="bg1"/>
          </a:solidFill>
          <a:ln>
            <a:solidFill>
              <a:srgbClr val="1E4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196095F-5F89-4749-8268-70F290E6C303}"/>
              </a:ext>
            </a:extLst>
          </p:cNvPr>
          <p:cNvGrpSpPr/>
          <p:nvPr/>
        </p:nvGrpSpPr>
        <p:grpSpPr>
          <a:xfrm>
            <a:off x="4485640" y="2060575"/>
            <a:ext cx="444500" cy="429260"/>
            <a:chOff x="12253" y="7571"/>
            <a:chExt cx="700" cy="676"/>
          </a:xfrm>
          <a:solidFill>
            <a:srgbClr val="1E4D8A"/>
          </a:solidFill>
        </p:grpSpPr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14E19B0B-A239-4FA6-8608-B47BF6F9589E}"/>
                </a:ext>
              </a:extLst>
            </p:cNvPr>
            <p:cNvSpPr/>
            <p:nvPr/>
          </p:nvSpPr>
          <p:spPr bwMode="auto">
            <a:xfrm>
              <a:off x="12603" y="7943"/>
              <a:ext cx="89" cy="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4841"/>
                    <a:pt x="0" y="10800"/>
                  </a:cubicBezTo>
                  <a:cubicBezTo>
                    <a:pt x="0" y="16758"/>
                    <a:pt x="4838" y="21599"/>
                    <a:pt x="10800" y="21599"/>
                  </a:cubicBezTo>
                  <a:cubicBezTo>
                    <a:pt x="16761" y="21599"/>
                    <a:pt x="21600" y="16758"/>
                    <a:pt x="21600" y="10800"/>
                  </a:cubicBezTo>
                  <a:cubicBezTo>
                    <a:pt x="21600" y="4841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67B38A48-E77D-499A-8219-CE4828BCCB7C}"/>
                </a:ext>
              </a:extLst>
            </p:cNvPr>
            <p:cNvSpPr/>
            <p:nvPr/>
          </p:nvSpPr>
          <p:spPr bwMode="auto">
            <a:xfrm>
              <a:off x="12253" y="7571"/>
              <a:ext cx="700" cy="677"/>
            </a:xfrm>
            <a:custGeom>
              <a:avLst/>
              <a:gdLst>
                <a:gd name="T0" fmla="*/ 10473 w 20946"/>
                <a:gd name="T1" fmla="*/ 10800 h 21600"/>
                <a:gd name="T2" fmla="*/ 10473 w 20946"/>
                <a:gd name="T3" fmla="*/ 10800 h 21600"/>
                <a:gd name="T4" fmla="*/ 10473 w 20946"/>
                <a:gd name="T5" fmla="*/ 10800 h 21600"/>
                <a:gd name="T6" fmla="*/ 10473 w 20946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46" h="21600">
                  <a:moveTo>
                    <a:pt x="18509" y="15329"/>
                  </a:moveTo>
                  <a:lnTo>
                    <a:pt x="11782" y="15329"/>
                  </a:lnTo>
                  <a:cubicBezTo>
                    <a:pt x="10699" y="15329"/>
                    <a:pt x="9818" y="14391"/>
                    <a:pt x="9818" y="13238"/>
                  </a:cubicBezTo>
                  <a:cubicBezTo>
                    <a:pt x="9818" y="12086"/>
                    <a:pt x="10699" y="11148"/>
                    <a:pt x="11782" y="11148"/>
                  </a:cubicBezTo>
                  <a:lnTo>
                    <a:pt x="17673" y="11148"/>
                  </a:lnTo>
                  <a:cubicBezTo>
                    <a:pt x="18077" y="11142"/>
                    <a:pt x="18477" y="10934"/>
                    <a:pt x="18721" y="10588"/>
                  </a:cubicBezTo>
                  <a:cubicBezTo>
                    <a:pt x="18789" y="10491"/>
                    <a:pt x="18842" y="10381"/>
                    <a:pt x="18885" y="10267"/>
                  </a:cubicBezTo>
                  <a:cubicBezTo>
                    <a:pt x="18890" y="10251"/>
                    <a:pt x="18901" y="10239"/>
                    <a:pt x="18906" y="10224"/>
                  </a:cubicBezTo>
                  <a:cubicBezTo>
                    <a:pt x="19377" y="10880"/>
                    <a:pt x="19636" y="11686"/>
                    <a:pt x="19636" y="12541"/>
                  </a:cubicBezTo>
                  <a:cubicBezTo>
                    <a:pt x="19636" y="13613"/>
                    <a:pt x="19230" y="14607"/>
                    <a:pt x="18509" y="15329"/>
                  </a:cubicBezTo>
                  <a:moveTo>
                    <a:pt x="17673" y="17767"/>
                  </a:moveTo>
                  <a:cubicBezTo>
                    <a:pt x="17673" y="19114"/>
                    <a:pt x="16647" y="20206"/>
                    <a:pt x="15382" y="20206"/>
                  </a:cubicBezTo>
                  <a:lnTo>
                    <a:pt x="3600" y="20206"/>
                  </a:lnTo>
                  <a:cubicBezTo>
                    <a:pt x="2334" y="20206"/>
                    <a:pt x="1309" y="19114"/>
                    <a:pt x="1309" y="17767"/>
                  </a:cubicBezTo>
                  <a:lnTo>
                    <a:pt x="1309" y="6786"/>
                  </a:lnTo>
                  <a:cubicBezTo>
                    <a:pt x="1931" y="7334"/>
                    <a:pt x="2730" y="7664"/>
                    <a:pt x="3600" y="7664"/>
                  </a:cubicBezTo>
                  <a:lnTo>
                    <a:pt x="14400" y="7664"/>
                  </a:lnTo>
                  <a:lnTo>
                    <a:pt x="17018" y="7664"/>
                  </a:lnTo>
                  <a:cubicBezTo>
                    <a:pt x="17379" y="7664"/>
                    <a:pt x="17673" y="7976"/>
                    <a:pt x="17673" y="8361"/>
                  </a:cubicBezTo>
                  <a:lnTo>
                    <a:pt x="17673" y="9754"/>
                  </a:lnTo>
                  <a:lnTo>
                    <a:pt x="11782" y="9754"/>
                  </a:lnTo>
                  <a:cubicBezTo>
                    <a:pt x="9974" y="9754"/>
                    <a:pt x="8509" y="11314"/>
                    <a:pt x="8509" y="13238"/>
                  </a:cubicBezTo>
                  <a:cubicBezTo>
                    <a:pt x="8509" y="15163"/>
                    <a:pt x="9974" y="16722"/>
                    <a:pt x="11782" y="16722"/>
                  </a:cubicBezTo>
                  <a:lnTo>
                    <a:pt x="17673" y="16722"/>
                  </a:lnTo>
                  <a:cubicBezTo>
                    <a:pt x="17673" y="16722"/>
                    <a:pt x="17673" y="17767"/>
                    <a:pt x="17673" y="17767"/>
                  </a:cubicBezTo>
                  <a:close/>
                  <a:moveTo>
                    <a:pt x="16363" y="5574"/>
                  </a:moveTo>
                  <a:lnTo>
                    <a:pt x="16363" y="6270"/>
                  </a:lnTo>
                  <a:lnTo>
                    <a:pt x="14400" y="6270"/>
                  </a:lnTo>
                  <a:lnTo>
                    <a:pt x="3600" y="6270"/>
                  </a:lnTo>
                  <a:cubicBezTo>
                    <a:pt x="3246" y="6270"/>
                    <a:pt x="2916" y="6179"/>
                    <a:pt x="2617" y="6027"/>
                  </a:cubicBezTo>
                  <a:lnTo>
                    <a:pt x="2617" y="5574"/>
                  </a:lnTo>
                  <a:cubicBezTo>
                    <a:pt x="2617" y="5574"/>
                    <a:pt x="16363" y="5574"/>
                    <a:pt x="16363" y="5574"/>
                  </a:cubicBezTo>
                  <a:close/>
                  <a:moveTo>
                    <a:pt x="16363" y="4877"/>
                  </a:moveTo>
                  <a:lnTo>
                    <a:pt x="2617" y="4877"/>
                  </a:lnTo>
                  <a:lnTo>
                    <a:pt x="2617" y="4180"/>
                  </a:lnTo>
                  <a:lnTo>
                    <a:pt x="16363" y="4180"/>
                  </a:lnTo>
                  <a:cubicBezTo>
                    <a:pt x="16363" y="4180"/>
                    <a:pt x="16363" y="4877"/>
                    <a:pt x="16363" y="4877"/>
                  </a:cubicBezTo>
                  <a:close/>
                  <a:moveTo>
                    <a:pt x="16363" y="3483"/>
                  </a:moveTo>
                  <a:lnTo>
                    <a:pt x="2617" y="3483"/>
                  </a:lnTo>
                  <a:lnTo>
                    <a:pt x="2617" y="2787"/>
                  </a:lnTo>
                  <a:lnTo>
                    <a:pt x="16363" y="2787"/>
                  </a:lnTo>
                  <a:cubicBezTo>
                    <a:pt x="16363" y="2787"/>
                    <a:pt x="16363" y="3483"/>
                    <a:pt x="16363" y="3483"/>
                  </a:cubicBezTo>
                  <a:close/>
                  <a:moveTo>
                    <a:pt x="3600" y="1393"/>
                  </a:moveTo>
                  <a:lnTo>
                    <a:pt x="14400" y="1393"/>
                  </a:lnTo>
                  <a:lnTo>
                    <a:pt x="17018" y="1393"/>
                  </a:lnTo>
                  <a:cubicBezTo>
                    <a:pt x="17379" y="1393"/>
                    <a:pt x="17673" y="1705"/>
                    <a:pt x="17673" y="2090"/>
                  </a:cubicBezTo>
                  <a:lnTo>
                    <a:pt x="17673" y="3832"/>
                  </a:lnTo>
                  <a:lnTo>
                    <a:pt x="17673" y="4180"/>
                  </a:lnTo>
                  <a:lnTo>
                    <a:pt x="17673" y="6398"/>
                  </a:lnTo>
                  <a:cubicBezTo>
                    <a:pt x="17466" y="6321"/>
                    <a:pt x="17249" y="6270"/>
                    <a:pt x="17018" y="6270"/>
                  </a:cubicBezTo>
                  <a:lnTo>
                    <a:pt x="17018" y="5574"/>
                  </a:lnTo>
                  <a:lnTo>
                    <a:pt x="17018" y="4180"/>
                  </a:lnTo>
                  <a:lnTo>
                    <a:pt x="17018" y="2787"/>
                  </a:lnTo>
                  <a:cubicBezTo>
                    <a:pt x="17018" y="2401"/>
                    <a:pt x="16724" y="2090"/>
                    <a:pt x="16363" y="2090"/>
                  </a:cubicBezTo>
                  <a:lnTo>
                    <a:pt x="2617" y="2090"/>
                  </a:lnTo>
                  <a:cubicBezTo>
                    <a:pt x="2256" y="2090"/>
                    <a:pt x="1963" y="2401"/>
                    <a:pt x="1963" y="2787"/>
                  </a:cubicBezTo>
                  <a:lnTo>
                    <a:pt x="1963" y="4180"/>
                  </a:lnTo>
                  <a:lnTo>
                    <a:pt x="1963" y="5534"/>
                  </a:lnTo>
                  <a:cubicBezTo>
                    <a:pt x="1559" y="5094"/>
                    <a:pt x="1309" y="4495"/>
                    <a:pt x="1309" y="3832"/>
                  </a:cubicBezTo>
                  <a:cubicBezTo>
                    <a:pt x="1309" y="2485"/>
                    <a:pt x="2334" y="1393"/>
                    <a:pt x="3600" y="1393"/>
                  </a:cubicBezTo>
                  <a:moveTo>
                    <a:pt x="18983" y="8361"/>
                  </a:moveTo>
                  <a:lnTo>
                    <a:pt x="18982" y="8361"/>
                  </a:lnTo>
                  <a:lnTo>
                    <a:pt x="18982" y="4180"/>
                  </a:lnTo>
                  <a:lnTo>
                    <a:pt x="18982" y="3832"/>
                  </a:lnTo>
                  <a:lnTo>
                    <a:pt x="18982" y="2090"/>
                  </a:lnTo>
                  <a:cubicBezTo>
                    <a:pt x="18982" y="935"/>
                    <a:pt x="18102" y="0"/>
                    <a:pt x="17018" y="0"/>
                  </a:cubicBezTo>
                  <a:lnTo>
                    <a:pt x="14400" y="0"/>
                  </a:lnTo>
                  <a:lnTo>
                    <a:pt x="3600" y="0"/>
                  </a:lnTo>
                  <a:cubicBezTo>
                    <a:pt x="1614" y="0"/>
                    <a:pt x="0" y="1719"/>
                    <a:pt x="0" y="3832"/>
                  </a:cubicBezTo>
                  <a:lnTo>
                    <a:pt x="0" y="17767"/>
                  </a:lnTo>
                  <a:cubicBezTo>
                    <a:pt x="0" y="19880"/>
                    <a:pt x="1614" y="21600"/>
                    <a:pt x="3600" y="21600"/>
                  </a:cubicBezTo>
                  <a:lnTo>
                    <a:pt x="15382" y="21600"/>
                  </a:lnTo>
                  <a:cubicBezTo>
                    <a:pt x="17366" y="21600"/>
                    <a:pt x="18982" y="19880"/>
                    <a:pt x="18982" y="17767"/>
                  </a:cubicBezTo>
                  <a:lnTo>
                    <a:pt x="18982" y="16722"/>
                  </a:lnTo>
                  <a:lnTo>
                    <a:pt x="18983" y="16722"/>
                  </a:lnTo>
                  <a:cubicBezTo>
                    <a:pt x="21600" y="14631"/>
                    <a:pt x="21600" y="10452"/>
                    <a:pt x="18983" y="836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DD91B9D-71CC-42F4-93AD-DFB233EC4DC0}"/>
              </a:ext>
            </a:extLst>
          </p:cNvPr>
          <p:cNvGrpSpPr/>
          <p:nvPr/>
        </p:nvGrpSpPr>
        <p:grpSpPr>
          <a:xfrm>
            <a:off x="10010775" y="2052955"/>
            <a:ext cx="304800" cy="444500"/>
            <a:chOff x="5283" y="6157"/>
            <a:chExt cx="480" cy="700"/>
          </a:xfrm>
          <a:solidFill>
            <a:srgbClr val="1E4D8A"/>
          </a:solidFill>
        </p:grpSpPr>
        <p:sp>
          <p:nvSpPr>
            <p:cNvPr id="21" name="AutoShape 113">
              <a:extLst>
                <a:ext uri="{FF2B5EF4-FFF2-40B4-BE49-F238E27FC236}">
                  <a16:creationId xmlns:a16="http://schemas.microsoft.com/office/drawing/2014/main" id="{29E1C30A-AC3B-46CB-AE65-D23E24080902}"/>
                </a:ext>
              </a:extLst>
            </p:cNvPr>
            <p:cNvSpPr/>
            <p:nvPr/>
          </p:nvSpPr>
          <p:spPr bwMode="auto">
            <a:xfrm>
              <a:off x="5283" y="6157"/>
              <a:ext cx="480" cy="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2" name="AutoShape 114">
              <a:extLst>
                <a:ext uri="{FF2B5EF4-FFF2-40B4-BE49-F238E27FC236}">
                  <a16:creationId xmlns:a16="http://schemas.microsoft.com/office/drawing/2014/main" id="{E85E706E-FD59-4CE6-9249-8BF825ABA40B}"/>
                </a:ext>
              </a:extLst>
            </p:cNvPr>
            <p:cNvSpPr/>
            <p:nvPr/>
          </p:nvSpPr>
          <p:spPr bwMode="auto">
            <a:xfrm>
              <a:off x="5390" y="6271"/>
              <a:ext cx="143" cy="14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9F5ADD1-6C3F-4BDD-ABCE-5DA41A1E02C0}"/>
              </a:ext>
            </a:extLst>
          </p:cNvPr>
          <p:cNvGrpSpPr/>
          <p:nvPr/>
        </p:nvGrpSpPr>
        <p:grpSpPr>
          <a:xfrm>
            <a:off x="1735455" y="2049780"/>
            <a:ext cx="443230" cy="444500"/>
            <a:chOff x="6571" y="4762"/>
            <a:chExt cx="698" cy="700"/>
          </a:xfrm>
          <a:solidFill>
            <a:srgbClr val="1E4D8A"/>
          </a:solidFill>
        </p:grpSpPr>
        <p:sp>
          <p:nvSpPr>
            <p:cNvPr id="24" name="AutoShape 123">
              <a:extLst>
                <a:ext uri="{FF2B5EF4-FFF2-40B4-BE49-F238E27FC236}">
                  <a16:creationId xmlns:a16="http://schemas.microsoft.com/office/drawing/2014/main" id="{258CC7F5-4DF0-4B8E-A16E-D686FA0D8A09}"/>
                </a:ext>
              </a:extLst>
            </p:cNvPr>
            <p:cNvSpPr/>
            <p:nvPr/>
          </p:nvSpPr>
          <p:spPr bwMode="auto">
            <a:xfrm>
              <a:off x="6571" y="4762"/>
              <a:ext cx="698" cy="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5" name="AutoShape 124">
              <a:extLst>
                <a:ext uri="{FF2B5EF4-FFF2-40B4-BE49-F238E27FC236}">
                  <a16:creationId xmlns:a16="http://schemas.microsoft.com/office/drawing/2014/main" id="{AF2D763D-2984-4839-AE99-8221EEDD2CC6}"/>
                </a:ext>
              </a:extLst>
            </p:cNvPr>
            <p:cNvSpPr/>
            <p:nvPr/>
          </p:nvSpPr>
          <p:spPr bwMode="auto">
            <a:xfrm>
              <a:off x="6767" y="4957"/>
              <a:ext cx="307" cy="30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6" name="AutoShape 125">
              <a:extLst>
                <a:ext uri="{FF2B5EF4-FFF2-40B4-BE49-F238E27FC236}">
                  <a16:creationId xmlns:a16="http://schemas.microsoft.com/office/drawing/2014/main" id="{7BE69F82-82A6-4D7B-9F18-C43893B8B058}"/>
                </a:ext>
              </a:extLst>
            </p:cNvPr>
            <p:cNvSpPr/>
            <p:nvPr/>
          </p:nvSpPr>
          <p:spPr bwMode="auto">
            <a:xfrm>
              <a:off x="6833" y="5021"/>
              <a:ext cx="175" cy="17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61691AD-3222-4EB6-8A32-873D75C244B4}"/>
              </a:ext>
            </a:extLst>
          </p:cNvPr>
          <p:cNvGrpSpPr/>
          <p:nvPr/>
        </p:nvGrpSpPr>
        <p:grpSpPr>
          <a:xfrm>
            <a:off x="7206615" y="2046605"/>
            <a:ext cx="443230" cy="444500"/>
            <a:chOff x="5174" y="4762"/>
            <a:chExt cx="698" cy="700"/>
          </a:xfrm>
          <a:solidFill>
            <a:srgbClr val="1E4D8A"/>
          </a:solidFill>
        </p:grpSpPr>
        <p:sp>
          <p:nvSpPr>
            <p:cNvPr id="28" name="AutoShape 126">
              <a:extLst>
                <a:ext uri="{FF2B5EF4-FFF2-40B4-BE49-F238E27FC236}">
                  <a16:creationId xmlns:a16="http://schemas.microsoft.com/office/drawing/2014/main" id="{3BE9F947-798A-48AA-B24B-4A67CF05F507}"/>
                </a:ext>
              </a:extLst>
            </p:cNvPr>
            <p:cNvSpPr/>
            <p:nvPr/>
          </p:nvSpPr>
          <p:spPr bwMode="auto">
            <a:xfrm>
              <a:off x="5174" y="4762"/>
              <a:ext cx="698" cy="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  <p:sp>
          <p:nvSpPr>
            <p:cNvPr id="29" name="AutoShape 127">
              <a:extLst>
                <a:ext uri="{FF2B5EF4-FFF2-40B4-BE49-F238E27FC236}">
                  <a16:creationId xmlns:a16="http://schemas.microsoft.com/office/drawing/2014/main" id="{013F3C31-A5CB-447E-874F-26951BF5E723}"/>
                </a:ext>
              </a:extLst>
            </p:cNvPr>
            <p:cNvSpPr/>
            <p:nvPr/>
          </p:nvSpPr>
          <p:spPr bwMode="auto">
            <a:xfrm>
              <a:off x="5456" y="4871"/>
              <a:ext cx="166" cy="16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marL="0" marR="0" lvl="0" indent="0" defTabSz="6089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FC365BC-F10F-48C7-95E1-46808595749B}"/>
              </a:ext>
            </a:extLst>
          </p:cNvPr>
          <p:cNvSpPr txBox="1"/>
          <p:nvPr/>
        </p:nvSpPr>
        <p:spPr>
          <a:xfrm>
            <a:off x="905828" y="3071668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EB9336-540A-4FF0-A46C-D58B2A36563D}"/>
              </a:ext>
            </a:extLst>
          </p:cNvPr>
          <p:cNvSpPr txBox="1"/>
          <p:nvPr/>
        </p:nvSpPr>
        <p:spPr>
          <a:xfrm>
            <a:off x="776606" y="3378200"/>
            <a:ext cx="23615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参考文献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668ED8B-E81E-4A52-A713-5E0E74156D7B}"/>
              </a:ext>
            </a:extLst>
          </p:cNvPr>
          <p:cNvSpPr txBox="1"/>
          <p:nvPr/>
        </p:nvSpPr>
        <p:spPr>
          <a:xfrm>
            <a:off x="3640773" y="3071668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E7A8C1C-C9FF-4940-B980-5CE35CFEC4F1}"/>
              </a:ext>
            </a:extLst>
          </p:cNvPr>
          <p:cNvSpPr txBox="1"/>
          <p:nvPr/>
        </p:nvSpPr>
        <p:spPr>
          <a:xfrm>
            <a:off x="3511551" y="3378200"/>
            <a:ext cx="23615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endParaRPr lang="en-US" altLang="zh-CN" sz="700" kern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C2AD5A7-0C7D-4CD4-82FC-60E86F67E1CA}"/>
              </a:ext>
            </a:extLst>
          </p:cNvPr>
          <p:cNvSpPr txBox="1"/>
          <p:nvPr/>
        </p:nvSpPr>
        <p:spPr>
          <a:xfrm>
            <a:off x="6386513" y="3071668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E631B8-0012-4D43-A839-68C9A8F0CB69}"/>
              </a:ext>
            </a:extLst>
          </p:cNvPr>
          <p:cNvSpPr txBox="1"/>
          <p:nvPr/>
        </p:nvSpPr>
        <p:spPr>
          <a:xfrm>
            <a:off x="6257291" y="3378200"/>
            <a:ext cx="23615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endParaRPr lang="en-US" altLang="zh-CN" sz="700" kern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83AFB6-56E0-48BE-A7D1-8E3D39991B8F}"/>
              </a:ext>
            </a:extLst>
          </p:cNvPr>
          <p:cNvSpPr txBox="1"/>
          <p:nvPr/>
        </p:nvSpPr>
        <p:spPr>
          <a:xfrm>
            <a:off x="9112568" y="3071668"/>
            <a:ext cx="21031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4FE7C60-46A3-4855-8604-D5FF58BB153E}"/>
              </a:ext>
            </a:extLst>
          </p:cNvPr>
          <p:cNvSpPr txBox="1"/>
          <p:nvPr/>
        </p:nvSpPr>
        <p:spPr>
          <a:xfrm>
            <a:off x="8983346" y="3378200"/>
            <a:ext cx="23615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endParaRPr lang="en-US" altLang="zh-CN" sz="700" kern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A2D6279-2EF9-4D0C-99AB-DFA718F26ECD}"/>
              </a:ext>
            </a:extLst>
          </p:cNvPr>
          <p:cNvSpPr/>
          <p:nvPr/>
        </p:nvSpPr>
        <p:spPr>
          <a:xfrm>
            <a:off x="-2" y="5871200"/>
            <a:ext cx="12192001" cy="1013028"/>
          </a:xfrm>
          <a:custGeom>
            <a:avLst/>
            <a:gdLst>
              <a:gd name="connsiteX0" fmla="*/ 12171000 w 12171000"/>
              <a:gd name="connsiteY0" fmla="*/ 1013029 h 1013028"/>
              <a:gd name="connsiteX1" fmla="*/ 12171000 w 12171000"/>
              <a:gd name="connsiteY1" fmla="*/ 121065 h 1013028"/>
              <a:gd name="connsiteX2" fmla="*/ 0 w 12171000"/>
              <a:gd name="connsiteY2" fmla="*/ 0 h 1013028"/>
              <a:gd name="connsiteX3" fmla="*/ 0 w 12171000"/>
              <a:gd name="connsiteY3" fmla="*/ 1013029 h 1013028"/>
              <a:gd name="connsiteX4" fmla="*/ 12171000 w 12171000"/>
              <a:gd name="connsiteY4" fmla="*/ 1013029 h 101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1000" h="1013028">
                <a:moveTo>
                  <a:pt x="12171000" y="1013029"/>
                </a:moveTo>
                <a:lnTo>
                  <a:pt x="12171000" y="121065"/>
                </a:lnTo>
                <a:cubicBezTo>
                  <a:pt x="12171000" y="121065"/>
                  <a:pt x="4892539" y="1787234"/>
                  <a:pt x="0" y="0"/>
                </a:cubicBezTo>
                <a:lnTo>
                  <a:pt x="0" y="1013029"/>
                </a:lnTo>
                <a:lnTo>
                  <a:pt x="12171000" y="1013029"/>
                </a:lnTo>
                <a:close/>
              </a:path>
            </a:pathLst>
          </a:custGeom>
          <a:solidFill>
            <a:srgbClr val="1E4D8A"/>
          </a:solidFill>
          <a:ln w="10136" cap="flat">
            <a:noFill/>
            <a:prstDash val="solid"/>
            <a:miter/>
          </a:ln>
        </p:spPr>
        <p:txBody>
          <a:bodyPr rtlCol="0" anchor="ctr"/>
          <a:lstStyle/>
          <a:p>
            <a:r>
              <a:t>相关建议及论文总结</a:t>
            </a:r>
          </a:p>
        </p:txBody>
      </p:sp>
    </p:spTree>
    <p:extLst>
      <p:ext uri="{BB962C8B-B14F-4D97-AF65-F5344CB8AC3E}">
        <p14:creationId xmlns:p14="http://schemas.microsoft.com/office/powerpoint/2010/main" val="171974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5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5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"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5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0"/>
      <p:bldP spid="9" grpId="0"/>
      <p:bldP spid="10" grpId="0"/>
      <p:bldP spid="11" grpId="0"/>
      <p:bldP spid="12" grpId="0"/>
      <p:bldP spid="3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3679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3930</Words>
  <Application>Microsoft Office PowerPoint</Application>
  <PresentationFormat>宽屏</PresentationFormat>
  <Paragraphs>170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阿里巴巴普惠体 B</vt:lpstr>
      <vt:lpstr>等线</vt:lpstr>
      <vt:lpstr>等线 Light</vt:lpstr>
      <vt:lpstr>Arial</vt:lpstr>
      <vt:lpstr>Calibri</vt:lpstr>
      <vt:lpstr>黑体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vv</dc:creator>
  <cp:lastModifiedBy>vv</cp:lastModifiedBy>
  <cp:revision>9</cp:revision>
  <dcterms:created xsi:type="dcterms:W3CDTF">2021-03-02T08:53:36Z</dcterms:created>
  <dcterms:modified xsi:type="dcterms:W3CDTF">2021-03-02T10:13:24Z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v1.0_mb_4Qvicjgz1r2JCIQF0Emm6Q==</vt:lpwstr>
  </property>
</Properties>
</file>