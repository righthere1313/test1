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layout=general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bar_chart_1dd2735536f578a2_3f456e0201042b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line_chart_3221cbc90c7168f7_f6801ef796b64c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pie_chart_dd3f4b8d01357c7a_494a1931d0367d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bar_chart_1dd2735536f578a2_3f456e0201042b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line_chart_3221cbc90c7168f7_f6801ef796b64c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pie_chart_dd3f4b8d01357c7a_494a1931d0367d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bar_chart_1dd2735536f578a2_3f456e0201042b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line_chart_3221cbc90c7168f7_f6801ef796b64c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pie_chart_dd3f4b8d01357c7a_494a1931d0367d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bar_chart_1dd2735536f578a2_3f456e0201042b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line_chart_3221cbc90c7168f7_f6801ef796b64c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pie_chart_dd3f4b8d01357c7a_494a1931d0367d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图表页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要点：图表数据将按模板容量自动trim。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要点：右侧为图表，左侧为24号字按列排版正文。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要点：用于回归验证layout背景、图表插入与下载流程。</a:t>
            </a:r>
          </a:p>
        </p:txBody>
      </p:sp>
      <p:pic>
        <p:nvPicPr>
          <p:cNvPr id="5" name="Picture 4" descr="chart_bar_chart_1dd2735536f578a2_3f456e0201042b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layout-charts-preview-1774429407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layout=general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