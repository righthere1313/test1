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初中数学核心定理精讲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一、定义与历史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二、几何证明思路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三、代数证明思路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四、例题1：直角三角形边长计算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五、例题2：距离问题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六、例题3：坐标系应用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七、常见误区辨析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八、课堂练习题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九、分层巩固题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十、拓展思考题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十一、知识图谱总结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十二、课后作业</a:t>
            </a:r>
          </a:p>
        </p:txBody>
      </p:sp>
      <p:pic>
        <p:nvPicPr>
          <p:cNvPr id="5" name="Picture 4" descr="chart_bar_chart_46673769762515a3_8dfa81ef98777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一、定义与历史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勾股定理：直角三角形中，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两直角边的平方和等于斜边的平方。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即：a²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（c为斜边）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中国称‘勾三股四弦五’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《周髀算经》已有记载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古希腊毕达哥拉斯学派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首次系统证明并命名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东西方独立发现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体现数学普适性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是欧氏几何基石之一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连接代数与几何的桥梁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二、几何证明思路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经典赵爽弦图法：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以四个全等直角三角形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围成中间正方形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大正方形面积 = 小正方形 + 4×三角形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即：(a+b)² = c² + 4×½ab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展开得：a² + 2ab + b² = c² + 2ab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消去2ab → 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直观、对称、富有美感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体现中国古代智慧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适合课堂动态演示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可配合剪纸/拼图活动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强化空间理解能力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三、代数证明思路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利用相似三角形：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作斜边上的高CD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得△ACD ∽ △ABC，△BCD ∽ △BAC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对应边成比例：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AD/AC = AC/AB ⇒ AC² = AD·AB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BD/BC = BC/AB ⇒ BC² = BD·AB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相加得：AC² + BC² = AB(AD + BD)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而AD + BD = 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故AC² + BC² = AB²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严谨、通用、可推广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适用于任意直角三角形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衔接高中三角函数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四、例题1：直角三角形边长计算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已知：Rt△ABC中，∠C=90°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 = 6 cm，BC = 8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求斜边AB的长度。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解：由勾股定理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AC² + BC²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 6² + 8² = 36 + 64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AB = √100 = 10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答：斜边AB长10厘米。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注意单位统一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结果取正值（长度非负）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可验算：6-8-10是经典勾股数组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引导学生记忆常用组：3-4-5, 5-12-13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五、例题2：距离问题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小明从A地向东走3 km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再向北走4 km到达B地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求A、B两地直线距离。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建模：路径构成直角三角形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东西向为一直角边（3 km）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南北向为另一直角边（4 km）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所求为斜边AB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3² + 4²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5 km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答：直线距离为5千米。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强调数学建模思想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将实际问题转化为几何模型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六、例题3：坐标系应用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已知平面内三点：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A(1,2)，B(4,6)，C(1,6)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判断△ABC是否为直角三角形。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先求三边长平方：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(4−1)² + (6−2)² = 9 + 16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BC² = (4−1)² + (6−6)² = 9 + 0 = 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= (1−1)² + (6−2)² = 0 + 16 = 16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发现：BC² + AC² = 9 + 16 = 25 = AB²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∠C为直角，△ABC是直角三角形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点拨：优先验证最大边平方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坐标法本质仍是勾股定理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为解析几何奠基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七、常见误区辨析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误区1：乱套公式，不判直角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必须确认是直角三角形！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误区2：混淆直角边与斜边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斜边永远对直角，最长边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误区3：忽略单位或符号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长度取正值，单位要统一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误区4：误认为a²+b²=c²恒成立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仅限于直角三角形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误区5：死记硬背不理解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结合图形理解更牢固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提醒：非直角三角形用余弦定理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拓展：勾股定理逆定理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八、课堂练习题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已知直角三角形两直角边为5和12，求斜边。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斜边为10，一条直角边为6，求另一条。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等腰直角三角形直角边为a，斜边是多少？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判断：边长3, 4, 6能否构成直角三角形？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在Rt△ABC中，∠C=90°，AC=9，AB=15，求BC。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（请学生板演，教师巡视指导）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重点检查：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 是否明确直角位置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② 公式代入是否正确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③ 单位与格式规范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④ 是否写出完整解答过程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⑤ 是否进行结果合理性检验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九、分层巩固题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基础组（全体）：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完成教材P52习题1-4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提升组（选做）：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证明：若a,b,c为勾股数，则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3a,4b,5c不一定构成勾股数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拓展组（挑战）：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探索：是否存在三个连续正整数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构成勾股数组？说明理由。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实践任务：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测量教室对角线长度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用卷尺+勾股定理验证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数学史延伸：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十、拓展思考题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思考1：三维空间中，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长方体对角线d与长宽高关系？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（答案：d² = a² + b² + c²）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思考2：勾股定理在向量中如何体现？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（|a⃗ + b⃗|² = |a⃗|² + |b⃗|²，当a⃗⊥b⃗）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思考3：费马大定理与勾股定理有何关联？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（n&gt;2时，xⁿ+yⁿ=zⁿ无正整数解）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思考4：非欧几何中勾股定理还成立吗？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（球面/双曲面上形式不同）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思考5：编程实现：输入三边，自动判断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并输出是否为直角三角形及类型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——为信息科技跨学科融合铺垫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十一、知识图谱总结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核心定义：a²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适用前提：直角三角形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关键要素：直角位置、边名识别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两大证明：几何（弦图）、代数（相似）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三大应用：边长计算、距离建模、坐标判定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四大误区：不判直角、混边、漏单位、泛化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五大能力：运算、建模、推理、辨析、拓展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逆定理：a² + b² = c² ⇒ 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文化价值：中西共辉的数学瑰宝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思想方法：数形结合、转化化归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学习口诀：勾方股方和为弦方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课后行动：绘制个人知识树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十二、课后作业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必做：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教材P53：第1、3、5题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整理本节课错题本（含错误原因）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选做：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制作‘勾股定理’手抄报（图文并茂）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查阅毕达哥拉斯学派趣闻，写100字分享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实践：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测量家中某矩形物体对角线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用勾股定理验证测量准确性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提示：使用手机测距APP辅助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提交方式：纸质+拍照上传班级群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截止时间：下周一前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