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ver_ed0ae0996ce4ed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2545080"/>
            <a:ext cx="1048485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勾股定理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3390900"/>
            <a:ext cx="1048485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初中数学核心定理精讲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勾股定理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勾股定理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初中数学核心定理精讲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主讲：数学教研组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2024年秋季学期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课程目录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6400635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一、定理定义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二、几何证明思路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三、代数证明思路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四、例题1：直角三角形边长计算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五、例题2：两点间距离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六、例题3：坐标系中的应用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七、常见误区辨析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八、课堂练习（5题）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九、易错点总结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十、思维拓展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十一、课后作业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十二、本课小结</a:t>
            </a:r>
          </a:p>
        </p:txBody>
      </p:sp>
      <p:pic>
        <p:nvPicPr>
          <p:cNvPr id="5" name="Picture 4" descr="chart_bar_chart_46673769762515a3_8dfa81ef987778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25" y="2255078"/>
            <a:ext cx="4343279" cy="24430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一、定理定义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文字表述：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直角三角形中，两直角边的平方和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等于斜边的平方。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符号表达：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若∠C = 90°，则 a² + b² = c²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其中：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a、b为直角边，c为斜边。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适用前提：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仅限于直角三角形。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二、几何证明思路（赵爽弦图）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核心思想：面积守恒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用四个全等直角三角形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拼成一个大正方形。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中间空出的小正方形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边长为 (a−b)，面积为 (a−b)²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大正方形边长为 c，面积为 c²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同时可拆解为：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4×(½ab) + (a−b)²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整理得：a² + b² = c²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三、代数证明思路（欧几里得法）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从直角顶点作斜边高CD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构造两个相似小直角三角形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△ABC ∼ △ACD ∼ △CBD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由比例关系得：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AC² = AD·AB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BC² = BD·AB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相加得：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AC² + BC² = AB·(AD + BD)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= AB²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四、例题1：直角三角形边长计算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已知：Rt△ABC中，∠C=90°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AC = 6 cm，BC = 8 cm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求：斜边AB的长度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解：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AB² = AC² + BC²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= 6² + 8² = 36 + 64 = 100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∴ AB = √100 = 10 cm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答：斜边AB长10厘米。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五、例题2：两点间距离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已知平面内两点：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A(1, 2)，B(4, 6)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求：线段AB的长度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解：构造直角三角形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水平差 Δx = |4−1| = 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竖直差 Δy = |6−2| = 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AB² = 3² + 4² = 25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∴ AB = 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推广：距离公式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d = √[(x₂−x₁)² + (y₂−y₁)²]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六、例题3：坐标系中的应用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已知三点：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A(0, 0)，B(3, 0)，C(0, 4)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判断：△ABC是否为直角三角形？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解：计算三边长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AB = 3，AC = 4，BC = √[(3−0)²+(0−4)²] = 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验证：3² + 4² = 9 + 16 = 25 = 5²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∴ 满足勾股定理逆定理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△ABC是以∠A为直角的直角三角形。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七、常见误区辨析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误区1：任意三角形都可用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✘ 必须是直角三角形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误区2：a² + b² = c² 中c一定是斜边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✔ 但需先确认c对角为90°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误区3：单位不统一就代入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✘ 计算前必须换算为同单位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误区4：开方后漏±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✔ 边长取正值，√结果非负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误区5：混淆勾股定理与逆定理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✔ 定理用于求边；逆定理用于判直角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八、课堂练习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1. Rt△中，a=5，b=12，求c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2. 已知c=10，a=6，求b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3. A(−1,1), B(2,5)，求AB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4. 判断(5,12,13)能否构成直角三角形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5. 一旗杆高8m，绳子拉至离杆底6m处，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绳长多少？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（请独立完成，限时5分钟）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提示：第5题画示意图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答案见下页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九、练习答案与解析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1. c = √(5²+12²) = 13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2. b = √(10²−6²) = √64 = 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3. AB = √[(2+1)²+(5−1)²] = √25 = 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4. 5²+12² = 25+144 = 169 = 13² → 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5. 构造Rt△：8²+6² = 64+36 = 100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∴ 绳长 = √100 = 10 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易错提醒：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第2题注意是求直角边，用减法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第5题单位统一（均为米）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完成率目标：全班≥90%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十、思维拓展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勾股数组：满足a²+b²=c²的正整数解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最小一组：(3,4,5)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生成公式（柏拉图法）：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 = m²−n², b = 2mn, c = m²+n²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（m&gt;n&gt;0，整数）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试算：m=2,n=1 → (3,4,5)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m=3,n=2 → (5,12,13)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思考：是否存在a=b的勾股数？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（提示：代入a=b，看c是否为整数）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十一、课后作业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必做题：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1. 教材P52：习题17.1 第1、3、6题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2. 整理本课5个误区，每人写1条防错口诀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选做题：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3. 查阅‘勾股定理’历史，简述商高或毕达哥拉斯贡献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4. 设计1道生活应用题（附解答）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提交要求：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明日课前交纸质版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口诀需朗朗上口，字数≤12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温馨提示：善用草稿图辅助分析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十二、本课小结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✅ 掌握定义：a² + b² = c²（∠C=90°）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✅ 理解两种经典证明逻辑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✅ 熟练解决三类典型问题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✅ 识别并规避五大常见误区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✅ 应用逆定理判定直角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🔑 核心能力：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建模意识 —— 将现实问题转为直角三角形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运算严谨 —— 单位、符号、开方取舍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📌 下节课预告：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勾股定理逆定理的严格证明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及更多实际应用场景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ending_085399b24a93ad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18" y="2270760"/>
            <a:ext cx="10484857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Microsoft YaHei"/>
              </a:rPr>
              <a:t>谢谢聆听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18" y="3581400"/>
            <a:ext cx="1048485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初中数学核心定理精讲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