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初始版本（本地计划）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什么是勾股定理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经典例题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总结与练习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勾股定理：经典例题（已修改）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初始版本（本地计划）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