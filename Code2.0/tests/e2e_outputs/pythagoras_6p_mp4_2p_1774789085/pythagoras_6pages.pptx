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ver_ed0ae0996ce4ed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1980" y="2545080"/>
            <a:ext cx="10484857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Microsoft YaHei"/>
              </a:rPr>
              <a:t>勾股定理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" y="3390900"/>
            <a:ext cx="1048485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Microsoft YaHei"/>
              </a:rPr>
              <a:t>6页测试（前2页数字人）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什么是勾股定理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5335" y="1508760"/>
            <a:ext cx="10241023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适用于直角三角形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两直角边平方和等于斜边平方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勾股定理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公式与符号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5335" y="1508760"/>
            <a:ext cx="10241023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a² + b² = c²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a、b 为直角边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c 为斜边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勾股定理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经典例题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5335" y="1508760"/>
            <a:ext cx="10241023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已知 a=3, b=4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求 c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c=5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勾股定理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变式例题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5335" y="1508760"/>
            <a:ext cx="10241023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已知 c=13, a=5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求 b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b=12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勾股定理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常见误区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5335" y="1508760"/>
            <a:ext cx="10241023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先确认是直角三角形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注意斜边对应最长边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勾股定理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小结与练习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5335" y="1508760"/>
            <a:ext cx="10241023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牢记公式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完成 2 道练习题巩固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勾股定理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ending_085399b24a93add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53418" y="2270760"/>
            <a:ext cx="10484857" cy="85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Microsoft YaHei"/>
              </a:rPr>
              <a:t>谢谢聆听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418" y="3581400"/>
            <a:ext cx="1048485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Microsoft YaHei"/>
              </a:rPr>
              <a:t>6页测试（前2页数字人）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