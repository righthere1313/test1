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15页课件（auto_layout）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课程目标与学习路径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了解 AI/ML/DL 的关系与常见应用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掌握监督/无监督/强化三种学习范式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了解训练-评估-部署的基本工程流程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建立对风险与伦理安全的基本认识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 人工智能导论（知识库种子）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人工智能（AI）研究如何让机器表现出智能行为，常见能力包括感知、学习、推理、规划、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决策与生成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核心术语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机器学习（ML）：从数据中学习映射关系与规律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深度学习（DL）：以多层神经网络为核心的机器学习方法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监督学习：用带标签数据训练分类/回归模型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无监督学习：发现聚类/降维等结构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AI 概览：定义与发展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典型任务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计算机视觉：分类、检测、分割、OCR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自然语言处理：文本分类、问答、信息抽取、机器翻译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多模态：图文/音视频联合理解与生成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评价与风险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指标：准确率、召回率、F1、AUC、BLEU、ROUGE 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风险：数据偏差、幻觉、隐私泄露、版权、对齐与安全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课程建议结构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AI 发展与应用案例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学习范式：监督/无监督/强化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关键模型：线性模型、树模型、神经网络、Transformer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训练与泛化：损失函数、正则化、过拟合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机器学习：基本流程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实践流程：数据→特征→训练→评估→部署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6. 伦理与安全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中国大学生服务外包创新创业大赛组委会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多模态AI互动式教学智能体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随着教育信息化2.0行动的深入推进，人工智能技术正成为重塑教学模式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的核心驱动力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当前，虽然AI辅助教学工具层出不穷，但多数工具功能单一、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操作割裂，未能形成以教师教学思路为核心的闭环工作流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教师在使用这些工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具时，仍需耗费大量时间在课件的内容组织、格式调整、资源搜寻等重复性劳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动上，而非专注于教学逻辑与创意的构思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生成式AI和多模态理解技术的成熟，为破解这一困境提供了可能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监督学习：分类与回归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建一个能够深度理解教师意图、并具备多模态内容解析与生成能力的“教学智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能体”，将教师从繁琐的课件制作中解放出来，使其真正回归“教学设计师”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的角色，是推动教育数字化向深层次发展的关键创新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锐捷网络是行业领先的ICT基础设施及行业解决方案提供商，主营业务为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网络设备、网络安全产品及云桌面解决方案的研发、设计和销售，作为中国数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据通信解决方案领导品牌，已成为中国网络设备三大供应商之一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目前，锐捷网络拥有8大研发中心，8000余员工，业务范围覆盖90多个国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家和地区，服务各行业客户数字化转型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锐捷网络贴近用户的创新成果已广泛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应用于政府、运营商、金融、教育、医疗、互联网、能源、交通、商业、制造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业等行业信息化建设领域，助力各行业客户实现数字化转型和价值升级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，锐捷与各行业头部客户建立了深度合作关系，服务1000多家金融机构、100%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无监督学习：聚类与降维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的双一流高校、60%的全国百强医院、超200家中国500强企业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未来，锐捷网络将不断突破创新，助力各行业客户夯实数字经济坚实底座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，勇立数字时代潮头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（锐捷网络[股票代码301165]和母公司星网锐捷[股票代码002396]均为深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交所上市公司，星网锐捷为亚洲品牌500强 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锐捷网络始终扎根行业，将云计算、AI等新技术与教育场景深度融合，致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力于解决教学实践中的真实问题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在云课堂业务的创新实践中我们发现，教师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往往需要跨多个工具完成备课，流程割裂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而工具大多仅能响应简单指令，难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以通过深度对话理解教师复杂的教学思路与个性化需求，这制约了技术对教学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创新的赋能效果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强化学习：交互与回报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因此，锐捷云课堂着眼于“AI+教育”的下一代形态，启动本项目，旨在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突破现有工具局限，研发以教学思路为核心、具备多模态深度互动能力的智能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辅助系统，真正支持教师高效、流畅地完成高质量课件设计与教学准备，推动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教育数字化向纵深发展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现有AI教学工具存在“功能碎片化”和“意图理解浅层化”的问题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需要分别使用多个工具来完成教学设计、PPT制作、讲义撰写等工作，流程割裂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更重要的是，这些工具通常只能执行单次、简单的指令，无法与教师进行多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轮、深入的对话以精准把握其复杂的教学思路和个性化要求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本项目旨在开发一个“多模态AI互动式教学智能体”，核心是构建一个以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教师教学思路为驱动、具备深度互动与多模态解析与生成能力的课件共创系统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智能体应能：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设计并实现上述的“多模态AI互动式教学智能体”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深度学习与神经网络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1）实现本地知识库RAG：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收集本专业知识库资料，作为大模型检索增强RAG的知识库输入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用大模型检索增强技术实现文本的处理、向量化、检索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2）多模态交互式需求输入界面：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提供语音输入和文字输入两种输入方式，允许教师阐述教学思路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实现智能对话能力：能主动发起提问以澄清模糊需求（如教学目标、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知识要点、时长、产出风格等），支持多轮对话，并能总结确认最终需求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提供参考资料上传功能（支持PDF, Word, PPT, 图片，视频等），参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考资料与教师输入的意图需有对应关系，比如参照这个PDF的哪个知识点的内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容，或者内容格式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3） 教学意图理解与知识融合模块：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利用大模型技术，理解教师输入的自然语言描述和对话历史，结构化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Transformer 与大模型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提取教学要素（如知识点清单、逻辑顺序、重点难点等）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对上传的参考资料进行内容解析（如文本提取、视频关键帧分析或摘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要生成），提取可用的信息片段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将教师意图与参考资料信息、本地知识库信息进行有效融合，形成详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细的课件生成指令集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4） 多模态课件生成引擎：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PPT生成：根据指令集，自动生成包含封面、目录、内容页、总结页的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内容页应图文并茂，逻辑层次清晰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Word教案生成：生成与PPT配套的详细教案，包括教学目标、教学过程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、教学方法、课堂活动设计、课后作业等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内容生成多样性：应能根据教师要求生成知识点相关的动画创意、互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动小游戏等，至少支持一种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计算机视觉：典型任务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5） 迭代优化与导出功能：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提供课件预览界面，教师可提出修改意见（如“调整顺序”、“简化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某页”、“增加一个案例”）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理解意图：通过自然语言（语音/文字）与教师进行多轮对话，主动询问、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确认细节，直至清晰、完整地理解教师的教学目标、核心知识点、讲授逻辑、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重点难点、互动设计思路等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融合多模态参考：允许教师上传多种格式的参考资料（如PDF教案、Word文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档、参考视频片段、图片等），智能体需能根据教师要求（如仿照PDF中内容格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式）从中提取关键信息（如知识结构、案例、排版风格），并融入课件生成过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生成课件初稿：基于深度理解后的教学意图和参考资料，生成结构完整、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内容丰富的多模态课件初稿，包括PPT演示文稿、Word教案文档，并按教师要求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生成如知识点动画创意、互动小游戏等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自然语言处理：典型任务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支持迭代优化：生成初稿后，教师可基于预览提出修改意见，智能体需能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理解修改要求并进行调整，形成“互动-生成-反馈-再生成”的闭环优化流程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教师也可以下载后自行修改部分细节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教师从“事务型”工作者转向“设计型”导师：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1)减负增效：将课件制作时间从数小时缩短至分钟级，极大降低技术操作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2)思路聚焦：教师可将精力完全集中于教学设计和内容质量本身，而非形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3)个性化满足：智能体能够充分理解并实现其独特的教学风格和特定要求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，生成“量身定制”的课件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4)提升质量：通过融合优质参考资料和AI的创造性，产出内容更精准、形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式更生动的课件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5)促进创新：降低复杂互动、动画等形式的设计成本，鼓励教师尝试更多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元化的教学方法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多模态与生成式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智能体需能理解修改意见，并对课件进行调整再生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支持将最终满意的课件以标准格式（.pptx, .docx）下载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游戏可以以html5网页、gif、mp4等导出或集成到PPT中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1）本地知识库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要求：知识库资料格式不限，若包含多媒体资料，说明处理方案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要求：至少使用一个大语言模型作为核心技术组件，用于意图理解、对话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交互和内容生成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3）多模态处理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需演示对至少两种不同格式的参考资料（如PDF和视频）的信息提取与利用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4）实用性和创新性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结合实际教学场景，过程易用、结果有效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（1）项目概要介绍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评估指标与实验设计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（2）项目简介PPT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（3）项目详细方案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（4）项目演示视频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（5）企业要求提交的材料：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① 本地知识库资料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（6）团队自愿提交的其他补充材料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（1）完成项目的需求分析和功能设计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（2）选型模型与AI相关技术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（3）编码开发与功能实现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（4）测试验证主要功能和创新成果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（5）可选完成：探索更多的应用场景落地，如教学场景数字人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无限制，自行选择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应用案例与部署落地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可以基于开源的大模型和相关算法解题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如果有具体的客户案例或经过客户实际场景测试，在不涉及知识产权的情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况下，可以提供使用或试用说明文档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赛题评分要点见附件一：A类企业命题初赛统一评分标准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课堂互动设计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伦理、安全与合规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15页课件（auto_layout）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