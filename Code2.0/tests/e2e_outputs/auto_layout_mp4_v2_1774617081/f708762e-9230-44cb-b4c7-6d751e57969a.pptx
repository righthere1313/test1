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初中数学 · 几何核心定理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勾股定理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初中数学 · 几何核心定理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课程目录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一、定义与历史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二、几何证明思路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三、代数证明思路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四、例题1：直角三角形边长计算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五、例题2：坐标系中距离求解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六、例题3：实际应用建模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七、常见误区辨析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八、课堂练习题（5道）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九、分层巩固训练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十、易错点总结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十一、思维拓展延伸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十二、本课小结</a:t>
            </a:r>
          </a:p>
        </p:txBody>
      </p:sp>
      <p:pic>
        <p:nvPicPr>
          <p:cNvPr id="5" name="Picture 4" descr="chart_bar_chart_46673769762515a3_8dfa81ef987778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一、定义与历史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勾股定理：直角三角形中，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两直角边的平方和等于斜边的平方。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即：a² + b²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（c为斜边，a、b为直角边）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中国称‘勾三股四弦五’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最早见于《周髀算经》（约公元前1世纪）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古希腊毕达哥拉斯学派系统证明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故西方称Pythagorean Theorem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本质是欧氏空间中度量的基本性质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适用于所有平面直角三角形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不适用于球面或双曲几何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是三角函数与向量运算的基础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二、几何证明思路（拼图法）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核心思想：面积守恒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用四个全等直角三角形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拼成一个大正方形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中间空出小正方形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大正方形边长 = a + 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面积 = (a + b)² = a² + 2ab + b²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四个三角形总面积 = 4 × ½ab = 2ab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中间小正方形边长 = 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面积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a² + 2ab + b² − 2ab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即：a² + b²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直观、无代数推导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三、代数证明思路（相似三角形）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从直角顶点作斜边高h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将原三角形分成两个小直角三角形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三者两两相似（AA准则）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a/c = m/a → a² = 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b/c = n/b → b² = cn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又 m + n = 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a² + b² = c(m + n)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关键：利用比例关系转化长度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体现‘形转数’的数学思想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为后续三角函数奠基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适用于任意直角三角形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无需构造图形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四、例题1：直角三角形边长计算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已知：Rt△ABC中，∠C=90°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 = 6 cm，BC = 8 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求斜边AB的长度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解：AB² = AC² + BC²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6² + 8² = 36 + 64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 = √100 = 10 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答：斜边AB长10 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注意单位统一与开方取正值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验证：6-8-10是3-4-5的倍数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属于‘已知两直角边求斜边’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最基础应用类型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口诀：‘知二求一’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五、例题2：坐标系中距离求解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已知：A(1,2)，B(4,6)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求AB的距离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解：构造水平/竖直辅助线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水平差 Δx = |4−1| =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竖直差 Δy = |6−2| =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AB为直角三角形斜边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3² + 4² = 9 + 16 = 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 = √25 =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推广：两点间距离公式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d = √[(x₂−x₁)² + (y₂−y₁)²]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本质是勾股定理在坐标系的迁移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体现数形结合思想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六、例题3：实际应用建模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问题：梯子靠墙，底端离墙3米，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顶端距地面4米，梯子多长？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建模：墙与地面垂直→直角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梯子为斜边，设长为x米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x² = 3² + 4² = 9 + 16 = 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x = 5（舍负）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答：梯子长5米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关键：识别隐含直角条件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单位需统一（已满足）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检验合理性：5 &gt; 4且5 &gt;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生活化语言转数学语言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常考陷阱：未说明垂直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七、常见误区辨析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误区1：任意三角形都满足a²+b²=c²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正解：仅限直角三角形，且c为斜边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误区2：公式记成a+b=c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正解：是平方和，非和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误区3：开方后写±10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正解：长度取正值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误区4：未验证是否构成三角形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正解：需满足三角不等式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误区5：混淆直角边与斜边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正解：斜边对直角，最长边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误区6：单位漏写或混用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正解：全程带单位，统一后再算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八、课堂练习题（5道）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Rt△中，a=5,b=12，求c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Rt△中，c=15,a=9，求b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A(0,0), B(5,12)，求AB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门高2m，对角线2.5m，求宽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5. 判断：3,4,6能否构成直角三角形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（请独立完成，限时8分钟）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提示1：注意哪边是斜边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提示2：先平方再加减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提示3：结果带单位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提示4：验证三角形存在性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提示5：用‘勾三股四弦五’速判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完成后小组互评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九、分层巩固训练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★ 基础组：完成教材P42习题1-4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★★ 提高组：补充题：已知c=13,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a:b=5:12，求a,b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★★★ 拓展组：证明：若a²+b²=c²，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则∠C=90°（逆命题）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教师巡视，动态分组指导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使用‘勾股数生成公式’：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a=m²−n², b=2mn, c=m²+n²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（m&gt;n&gt;0，整数）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举例：m=2,n=1→3,4,5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m=3,n=2→5,12,13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鼓励发现新勾股数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十、易错点总结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① 忽视前提：必须是直角三角形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② 边名混淆：未确认c是否为斜边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③ 运算错误：漏平方、错开方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④ 单位缺失：答案不写单位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⑤ 情境误读：如梯子题未识垂直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⑥ 符号疏忽：√25=±5（错）→应=5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⑦ 验证缺位：不检查三角不等式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⑧ 公式滥用：用于钝角/锐角三角形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应对口诀：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一看角（直角？），二定边（斜边？）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三计算（平方和→开方），四检验（单位+情境）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十一、思维拓展延伸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▶ 空间推广：长方体对角线公式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d² = a² + b² +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▶ 非欧几何：球面上不成立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▶ 勾股定理逆定理的应用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判断三角形形状（锐/直/钝）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▶ 计算机图形学：像素距离计算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▶ 物理学：矢量合成（力、速度）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▶ 历史趣闻：毕达哥拉斯学派秘传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▶ 文化延伸：埃及金字塔建造依据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▶ 数学之美：整数解无限多（无穷勾股数）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▶ 编程实践：Python验证勾股数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for a in range(1,20):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十二、本课小结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🔹 定义：a² + b² = c²（直角三角形）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🔹 证明：几何（拼图）、代数（相似）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🔹 应用：边长计算、距离公式、建模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🔹 易错：前提、边名、单位、情境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🔹 思想：数形结合、转化与建模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🔹 文化：中西同源，数学普适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学会判断直角三角形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掌握三种典型应用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规避七大常见错误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形成‘看—定—算—验’解题流程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📌 下节课预告：勾股定理逆定理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📚 推荐阅读：《几何原本》第一卷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初中数学 · 几何核心定理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