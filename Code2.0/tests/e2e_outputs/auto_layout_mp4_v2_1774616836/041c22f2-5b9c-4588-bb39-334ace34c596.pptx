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ver_ed0ae0996ce4e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2545080"/>
            <a:ext cx="1048485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33909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初中数学 · 几何核心定理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勾股定理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初中数学 · 几何核心定理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主讲教师：XXX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授课年级：八年级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课时：1课时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锐捷云课堂 · AI教学智能体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2024年秋季学期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课程目录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一、定理定义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二、证明思路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三、例题解析（3道）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四、常见误区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五、课堂练习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六、总结回顾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共6大模块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15页完整课件</a:t>
            </a:r>
          </a:p>
        </p:txBody>
      </p:sp>
      <p:pic>
        <p:nvPicPr>
          <p:cNvPr id="5" name="Picture 4" descr="chart_bar_chart_46673769762515a3_8dfa81ef987778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一、定理定义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直角三角形中，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两条直角边的平方和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等于斜边的平方。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符号语言：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若∠C = 90°，则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a² + b²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其中：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a、b为直角边，c为斜边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关键理解要点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✓ 必须是直角三角形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✓ 斜边一定是直角对边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✓ a、b可互换，c不可替换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✓ 定理可双向使用：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→ 已知两边求第三边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→ 已知三边判是否直角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⚠ 不适用于钝角或锐角三角形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⚠ 边长单位必须统一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⚠ 计算结果需验根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二、证明思路（1/3）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【面积法】经典赵爽弦图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四个全等直角三角形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围成一个大正方形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内部小正方形边长：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大正方形边长：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 + 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面积关系推导：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(a + b)² = 4 × (½ab) + c²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二、证明思路（2/3）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展开左边：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a² + 2ab + b²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=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2ab +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消去2ab得：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a² + b²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严谨成立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直观可视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二、证明思路（3/3）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【相似三角形法】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作斜边高CD，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得△ACD ∽ △ABC，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△BCD ∽ △ABC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对应边成比例：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AD/AC = AC/AB → AC² = AD·AB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BD/BC = BC/AB → BC² = BD·AB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相加即得：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AC² + BC² = AB²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三、例题1：基础计算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已知Rt△ABC中，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∠C = 90°，a = 6，b = 8，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求斜边c。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解：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c² = a² + b²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= 6² + 8²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= 36 + 64 = 100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∴ c = √100 =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三、例题2：逆向应用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已知三角形三边长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分别为5、12、13，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判断是否为直角三角形。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解：最大边为13，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验证：5² + 12² = 25 + 144 = 169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13² = 169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∵ 5² + 12² = 13²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∴ 是直角三角形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三、例题3：实际应用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一架梯子长10米，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靠在墙上，底端离墙6米，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求顶端高度。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解：设高度为h，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构成Rt△，h² + 6² = 10²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h² = 100 − 36 = 64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h = 8（米）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答：顶端高度为8米。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四、常见误区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❌ 未验证直角前提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❌ 混淆直角边与斜边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❌ 单位不统一直接代入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❌ 忘记开方或取负值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❌ 将定理用于非三角形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步骤口诀：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一看角、二定边、三列式、四验算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所有计算保留单位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结果写清‘答’字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五、课堂练习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1. Rt△中，a=9，c=15，求b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2. 三边7、24、25，是否直角？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3. 矩形对角线长13，一边5，求另一边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4. 等腰Rt△直角边6，求斜边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（请独立完成，限时5分钟）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提示：注意分类讨论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提示：画图辅助分析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提示：单位统一再计算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六、总结回顾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🔹 核心内容：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a² + b² = c²（∠C=90°）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🔹 两大用途：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→ 求边长　→ 判直角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🔹 三种证明：面积法、相似法、代数法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🔹 一个口诀：一看二定三列四验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💡 数学本质：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直角决定边长间的平方关系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💡 思维价值：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从特殊到一般，数形结合典范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课后任务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完成教材P58习题1-4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整理本节课错题本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思考：勾股定理能推广到三维吗？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🔍 拓展阅读：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《周髀算经》中的‘勾三股四弦五’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毕达哥拉斯学派的历史故事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📞 教师答疑邮箱：math@school.edu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📅 下节课预告：勾股定理逆定理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ending_085399b24a93ad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2270760"/>
            <a:ext cx="10484857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5814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初中数学 · 几何核心定理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