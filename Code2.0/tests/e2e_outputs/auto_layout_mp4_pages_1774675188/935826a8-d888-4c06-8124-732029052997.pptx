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ver_ed0ae0996ce4ed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1980" y="2545080"/>
            <a:ext cx="10484857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Microsoft YaHei"/>
              </a:rPr>
              <a:t>勾股定理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1980" y="33909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初中数学核心定理精讲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封面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勾股定理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初中数学核心定理精讲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——定义·证明·应用·辨析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6400635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一、定理定义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二、几何证明思路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三、代数证明思路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四、例题1：直角三角形边长计算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五、例题2：两点间距离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六、例题3：坐标系中的斜边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七、常见误区辨析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八、课堂练习题（1-3）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九、课堂练习题（4-6）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十、拓展思考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十一、知识图谱小结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十二、课后作业</a:t>
            </a:r>
          </a:p>
        </p:txBody>
      </p:sp>
      <p:pic>
        <p:nvPicPr>
          <p:cNvPr id="5" name="Picture 4" descr="chart_bar_chart_46673769762515a3_8dfa81ef987778f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825" y="2255078"/>
            <a:ext cx="4343279" cy="244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一、定理定义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勾股定理（毕达哥拉斯定理）：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直角三角形中，两直角边的平方和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等于斜边的平方。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符号表达：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若∠C = 90°，则 a² + b²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其中a、b为直角边，c为斜边。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适用前提：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必须是直角三角形！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必须明确直角位置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斜边永远对直角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二、几何证明思路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经典赵爽弦图法：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用四个全等直角三角形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围成一个大正方形，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中间留出一个小正方形。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面积关系推导：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大正方形面积 = (a+b)²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四个三角形面积 = 4×½ab = 2ab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小正方形面积 =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所以：(a+b)² = 2ab +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展开得：a² + 2ab + b² = 2ab + 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消去2ab → a² + b² = c²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三、代数证明思路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利用相似三角形：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作斜边上的高CD，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得△ABC ∽ △ACD ∽ △CBD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由比例关系：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AC/AB = AD/AC → AC² = AB·AD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BC/AB = BD/BC → BC² = AB·BD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两式相加：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AC² + BC² = AB·(AD + BD)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而AD + BD = AB，故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AC² + BC² = AB²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即 a² + b² = c²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四、例题1：直角三角形边长计算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已知Rt△ABC中，∠C=90°，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AC = 6 cm，BC = 8 cm，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求斜边AB的长度。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AC² + BC²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6² + 8² = 36 + 64 = 100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 = √100 = 10 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答：斜边AB长10厘米。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关键步骤：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①确认直角位置；②套公式；③开方取正值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五、例题2：两点间距离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在平面直角坐标系中，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点A(1,2)，点B(4,6)，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求AB的距离。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解：构造直角三角形：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水平差 Δx = |4−1| = 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竖直差 Δy = |6−2| =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Δx² + Δy² = 9 + 16 = 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 = √25 =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距离公式本质：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d = √[(x₂−x₁)² + (y₂−y₁)²]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即勾股定理的坐标化表达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六、例题3：坐标系中的斜边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已知点O(0,0)，A(−3,0)，B(0,4)，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判断△OAB形状，并求AB长。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分析：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OA在x轴，OB在y轴，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∴ ∠AOB = 90°，△OAB为Rt△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AB为斜边：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AB² = OA² + OB² = 3² + 4² = 25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AB = 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延伸思考：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若三点不共轴，如何验证直角？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→ 向量点积为0 或 斜率乘积为−1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七、常见误区辨析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❌ 误区1：任意三角形都可用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→ 必须先证直角！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❌ 误区2：a² + b² = c² 中c一定是斜边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→ 符号需与图形严格对应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❌ 误区3：开方后写±10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→ 长度取正值，√100 = 10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❌ 误区4：单位漏写或错写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→ 6cm、8cm → 答案必须带cm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✅ 正确习惯：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画图标直角、标字母、写单位、验结果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八、课堂练习题（1-3）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Rt△DEF中，∠E=90°，DE=5，EF=12，求DF。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已知点M(2,−1)，N(−1,3)，求MN长。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一个长方形对角线长13cm，一边长5cm，求另一边。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请独立完成（限时5分钟）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提示：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第1题注意直角顶点；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第2题用距离公式；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第3题设未知边列方程。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答案将在下页公布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（教师巡视指导）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九、课堂练习题（4-6）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判断：三边长为6,8,10的三角形是否为直角三角形？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5. 某梯子长10米，靠墙放置，底端离墙6米，求顶端高度。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6. 在Rt△PQR中，∠Q=90°，PR=17，PQ=8，求QR。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进阶挑战：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第4题尝试用逆命题验证；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第5题画示意图建模；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第6题注意字母顺序对应边。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小组讨论2分钟，代表板演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（教师反馈+红笔批注）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十、拓展思考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❓ 勾股定理在n维空间成立吗？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→ 欧氏距离公式：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d = √(Δx₁² + Δx₂² + … + Δxₙ²)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❓ 非欧几何中还成立吗？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→ 黎曼流形中需修正为：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ds² = gᵢⱼdxⁱdxʲ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📚 延伸阅读：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《几何原本》第一卷命题47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费马大定理与n&gt;2的整数解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（选学，激发兴趣）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十一、知识图谱小结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【核心】a² + b² = c²（∠C=90°）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【前提】直角三角形 + 明确直角顶点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【证明】几何法（弦图）、代数法（相似）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【应用】边长计算、距离公式、建模问题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【辨析】单位、符号、正负、适用范围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【能力链】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识图 → 定形 → 选式 → 运算 → 验证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【一句话口诀】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直角对斜边，平方和不变，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单位不能丢，结果取正根。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content_1c7260a6aabd98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485" y="209549"/>
            <a:ext cx="1088870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E3A5F"/>
                </a:solidFill>
                <a:latin typeface="Microsoft YaHei"/>
              </a:rPr>
              <a:t>十二、课后作业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0990" y="857250"/>
            <a:ext cx="11429714" cy="5238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必做题：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1. 教材P52习题17.1 第1、3、5题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2. 自绘弦图并标注各部分面积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选做题：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3. 查阅‘勾股定理’中外历史故事（至少2例）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4. 尝试用Python绘制动态弦图（提供代码模板）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实践任务：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测量教室对角线长度，验证是否为直角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提交方式：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纸质作业+拍照上传学习平台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>
                <a:solidFill>
                  <a:srgbClr val="333333"/>
                </a:solidFill>
                <a:latin typeface="Microsoft YaHei"/>
              </a:rPr>
              <a:t>截止时间：下周二20:00前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3386" y="6496050"/>
            <a:ext cx="4876678" cy="148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勾股定理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57206" y="6477000"/>
            <a:ext cx="1463003" cy="1733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94A3B8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ayout_general_ending_085399b24a93ad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2270760"/>
            <a:ext cx="10484857" cy="85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Microsoft YaHei"/>
              </a:rPr>
              <a:t>谢谢聆听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3581400"/>
            <a:ext cx="1048485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94A3B8"/>
                </a:solidFill>
                <a:latin typeface="Microsoft YaHei"/>
              </a:rPr>
              <a:t>初中数学核心定理精讲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