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ver_ed0ae0996ce4e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2545080"/>
            <a:ext cx="1048485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33909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面向本科生的核心课程课件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封面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课程目标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理解人工智能的基本定义与历史脉络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掌握三大核心学习范式：符号主义、连接主义、行为主义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认知典型AI任务：感知、推理、决策、生成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建立对伦理风险与安全治理的初步意识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培养批判性思维与技术向善的价值观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什么是人工智能？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定义：让机器模拟人类智能行为的科学与工程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关键能力：学习、推理、规划、感知、交流、操作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与自动化区别：强调适应性与泛化性，而非预设流程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弱AI vs 强AI：当前全部应用属弱AI（专用）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图灵测试：历史性思想实验，非实用评估标准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中文屋思想实验：质疑‘理解’是否等同于符号操作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核心学习范式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符号主义（Symbolic AI）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基于逻辑与规则，如专家系统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优势：可解释、可验证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局限：知识获取瓶颈、难以处理不确定性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连接主义（Connectionism）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基于神经网络与学习，如深度学习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优势：强拟合、端到端学习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局限：黑箱、数据依赖、计算成本高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行为主义（Behaviorism）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基于感知-动作循环，如强化学习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优势：适应动态环境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局限：训练不稳定、奖励设计困难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典型AI任务（一）：感知与理解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计算机视觉（CV）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图像分类、目标检测、语义分割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自然语言处理（NLP）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分词、词性标注、句法分析、情感分析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语音识别（ASR）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声学建模 → 语言建模 → 解码输出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多模态理解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跨文本/图像/语音的联合表征与对齐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典型AI任务（二）：推理与决策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逻辑推理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归纳、演绎、溯因，用于知识图谱与问答系统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规划与搜索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A*、蒙特卡洛树搜索（MCTS），用于路径规划与博弈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决策支持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风险评估、策略推荐、因果推断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自动程序合成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从自然语言描述生成可执行代码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典型AI任务（三）：生成与创造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文本生成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机器翻译、摘要、对话、创意写作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图像生成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GAN、扩散模型（Diffusion）、文生图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音频/视频生成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语音合成（TTS）、音乐生成、视频预测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AI辅助创作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编程助手、设计草图、科研文献综述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AI伦理核心议题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公平性（Fairness）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数据偏见、算法歧视、群体代表性缺失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可解释性（Explainability）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黑箱模型导致信任缺失与责任难溯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隐私保护（Privacy）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数据采集滥用、模型反演攻击、成员推断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安全鲁棒性（Robustness）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对抗样本、分布外泛化失败、提示注入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AI安全治理框架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技术层：可信AI研发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对抗训练、差分隐私、可解释AI（XAI）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制度层：法规与标准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欧盟AI法案、中国生成式AI管理办法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社会层：公众参与与教育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AI素养普及、跨学科伦理委员会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全球协作：原则共识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以人为本、透明可控、公平包容、稳健可靠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课堂互动：思辨讨论题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Q1：若自动驾驶汽车必须在撞向行人或牺牲乘客间选择，该由谁设定‘道德算法’？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Q2：当AI生成内容无法被肉眼分辨时，‘真实性’的定义是否需要重构？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Q3：高校应将‘AI伦理’设为必修课，还是融入各专业课程？请说明理由。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前沿挑战与趋势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涌现能力（Emergent Abilities）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小模型无、大模型突显的不可预测能力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世界模型（World Models）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构建内部环境表征以支持长程规划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AGI探索路径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神经符号融合、具身智能、多智能体协作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绿色AI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– 降低训练能耗，提升能效比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课程小结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✓ 人工智能是模拟人类智能行为的交叉学科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✓ 三大范式互补共存：符号→连接→行为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✓ 典型任务覆盖感知、推理、决策、生成全链条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✓ 伦理与安全不是附加项，而是内生要求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✓ 治理需技术、制度、社会、全球四维协同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✓ 未来属于懂技术、明伦理、善协作的新一代AI人才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延伸学习资源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教材：《人工智能：现代方法》（第4版）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在线课：MIT 6.S099 / Stanford CS221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实践平台：Kaggle、Hugging Face、OpenML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期刊：AI Journal、JAIR、Nature Machine Intell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igence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• 社区：arXiv cs.AI、中国人工智能学会（CAAI）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结束页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ending_085399b24a93ad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2270760"/>
            <a:ext cx="10484857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5814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面向本科生的核心课程课件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